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55" r:id="rId1"/>
  </p:sldMasterIdLst>
  <p:notesMasterIdLst>
    <p:notesMasterId r:id="rId25"/>
  </p:notesMasterIdLst>
  <p:sldIdLst>
    <p:sldId id="256" r:id="rId2"/>
    <p:sldId id="308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280" r:id="rId17"/>
    <p:sldId id="290" r:id="rId18"/>
    <p:sldId id="304" r:id="rId19"/>
    <p:sldId id="305" r:id="rId20"/>
    <p:sldId id="306" r:id="rId21"/>
    <p:sldId id="307" r:id="rId22"/>
    <p:sldId id="288" r:id="rId23"/>
    <p:sldId id="267" r:id="rId24"/>
  </p:sldIdLst>
  <p:sldSz cx="18288000" cy="10287000"/>
  <p:notesSz cx="6858000" cy="9144000"/>
  <p:embeddedFontLst>
    <p:embeddedFont>
      <p:font typeface="Cooper BT Light" panose="020B0604020202020204" charset="0"/>
      <p:regular r:id="rId26"/>
    </p:embeddedFont>
    <p:embeddedFont>
      <p:font typeface="TT Interphases" panose="020B0604020202020204" charset="0"/>
      <p:regular r:id="rId27"/>
    </p:embeddedFont>
    <p:embeddedFont>
      <p:font typeface="TT Interphases Bold" panose="020B0604020202020204" charset="0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8E94A8-4880-45C5-9897-11FB61EBAF7D}" v="7" dt="2025-10-23T14:43:01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GINENI JAHNAVI" userId="64c07481e9727a99" providerId="LiveId" clId="{C962D07E-F3C1-46A9-A9D0-4796A9A5602B}"/>
    <pc:docChg chg="undo custSel modSld">
      <pc:chgData name="GOGINENI JAHNAVI" userId="64c07481e9727a99" providerId="LiveId" clId="{C962D07E-F3C1-46A9-A9D0-4796A9A5602B}" dt="2025-10-23T14:44:40.223" v="137" actId="113"/>
      <pc:docMkLst>
        <pc:docMk/>
      </pc:docMkLst>
      <pc:sldChg chg="modSp mod">
        <pc:chgData name="GOGINENI JAHNAVI" userId="64c07481e9727a99" providerId="LiveId" clId="{C962D07E-F3C1-46A9-A9D0-4796A9A5602B}" dt="2025-10-23T14:44:40.223" v="137" actId="113"/>
        <pc:sldMkLst>
          <pc:docMk/>
          <pc:sldMk cId="0" sldId="256"/>
        </pc:sldMkLst>
        <pc:spChg chg="mod">
          <ac:chgData name="GOGINENI JAHNAVI" userId="64c07481e9727a99" providerId="LiveId" clId="{C962D07E-F3C1-46A9-A9D0-4796A9A5602B}" dt="2025-10-23T14:28:55.672" v="31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GOGINENI JAHNAVI" userId="64c07481e9727a99" providerId="LiveId" clId="{C962D07E-F3C1-46A9-A9D0-4796A9A5602B}" dt="2025-10-23T14:44:40.223" v="137" actId="113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GOGINENI JAHNAVI" userId="64c07481e9727a99" providerId="LiveId" clId="{C962D07E-F3C1-46A9-A9D0-4796A9A5602B}" dt="2025-10-23T14:30:51.639" v="44" actId="1076"/>
        <pc:sldMkLst>
          <pc:docMk/>
          <pc:sldMk cId="0" sldId="258"/>
        </pc:sldMkLst>
        <pc:spChg chg="mod">
          <ac:chgData name="GOGINENI JAHNAVI" userId="64c07481e9727a99" providerId="LiveId" clId="{C962D07E-F3C1-46A9-A9D0-4796A9A5602B}" dt="2025-10-23T14:30:37.861" v="43" actId="255"/>
          <ac:spMkLst>
            <pc:docMk/>
            <pc:sldMk cId="0" sldId="258"/>
            <ac:spMk id="7" creationId="{00000000-0000-0000-0000-000000000000}"/>
          </ac:spMkLst>
        </pc:spChg>
        <pc:grpChg chg="mod">
          <ac:chgData name="GOGINENI JAHNAVI" userId="64c07481e9727a99" providerId="LiveId" clId="{C962D07E-F3C1-46A9-A9D0-4796A9A5602B}" dt="2025-10-23T14:30:51.639" v="44" actId="1076"/>
          <ac:grpSpMkLst>
            <pc:docMk/>
            <pc:sldMk cId="0" sldId="258"/>
            <ac:grpSpMk id="5" creationId="{00000000-0000-0000-0000-000000000000}"/>
          </ac:grpSpMkLst>
        </pc:grpChg>
      </pc:sldChg>
      <pc:sldChg chg="modSp mod">
        <pc:chgData name="GOGINENI JAHNAVI" userId="64c07481e9727a99" providerId="LiveId" clId="{C962D07E-F3C1-46A9-A9D0-4796A9A5602B}" dt="2025-10-23T14:29:53.617" v="42" actId="20577"/>
        <pc:sldMkLst>
          <pc:docMk/>
          <pc:sldMk cId="2668757678" sldId="270"/>
        </pc:sldMkLst>
        <pc:spChg chg="mod">
          <ac:chgData name="GOGINENI JAHNAVI" userId="64c07481e9727a99" providerId="LiveId" clId="{C962D07E-F3C1-46A9-A9D0-4796A9A5602B}" dt="2025-10-23T14:29:53.617" v="42" actId="20577"/>
          <ac:spMkLst>
            <pc:docMk/>
            <pc:sldMk cId="2668757678" sldId="270"/>
            <ac:spMk id="17" creationId="{20AE80DC-8CAC-3003-5A6F-FE30982310CF}"/>
          </ac:spMkLst>
        </pc:spChg>
      </pc:sldChg>
      <pc:sldChg chg="modSp mod">
        <pc:chgData name="GOGINENI JAHNAVI" userId="64c07481e9727a99" providerId="LiveId" clId="{C962D07E-F3C1-46A9-A9D0-4796A9A5602B}" dt="2025-10-23T14:31:47.073" v="51" actId="20577"/>
        <pc:sldMkLst>
          <pc:docMk/>
          <pc:sldMk cId="141064733" sldId="272"/>
        </pc:sldMkLst>
        <pc:spChg chg="mod">
          <ac:chgData name="GOGINENI JAHNAVI" userId="64c07481e9727a99" providerId="LiveId" clId="{C962D07E-F3C1-46A9-A9D0-4796A9A5602B}" dt="2025-10-23T14:31:47.073" v="51" actId="20577"/>
          <ac:spMkLst>
            <pc:docMk/>
            <pc:sldMk cId="141064733" sldId="272"/>
            <ac:spMk id="3" creationId="{34469EE5-2400-421D-FAF2-B60EF3D5CE80}"/>
          </ac:spMkLst>
        </pc:spChg>
      </pc:sldChg>
      <pc:sldChg chg="modSp mod">
        <pc:chgData name="GOGINENI JAHNAVI" userId="64c07481e9727a99" providerId="LiveId" clId="{C962D07E-F3C1-46A9-A9D0-4796A9A5602B}" dt="2025-10-23T14:34:36.956" v="73" actId="255"/>
        <pc:sldMkLst>
          <pc:docMk/>
          <pc:sldMk cId="3083233682" sldId="273"/>
        </pc:sldMkLst>
        <pc:spChg chg="mod">
          <ac:chgData name="GOGINENI JAHNAVI" userId="64c07481e9727a99" providerId="LiveId" clId="{C962D07E-F3C1-46A9-A9D0-4796A9A5602B}" dt="2025-10-23T14:34:36.956" v="73" actId="255"/>
          <ac:spMkLst>
            <pc:docMk/>
            <pc:sldMk cId="3083233682" sldId="273"/>
            <ac:spMk id="7" creationId="{99E8C7A9-A63A-7A9E-640D-758C6B9F12D4}"/>
          </ac:spMkLst>
        </pc:spChg>
      </pc:sldChg>
      <pc:sldChg chg="modSp mod">
        <pc:chgData name="GOGINENI JAHNAVI" userId="64c07481e9727a99" providerId="LiveId" clId="{C962D07E-F3C1-46A9-A9D0-4796A9A5602B}" dt="2025-10-23T14:35:13.213" v="74" actId="123"/>
        <pc:sldMkLst>
          <pc:docMk/>
          <pc:sldMk cId="109513712" sldId="274"/>
        </pc:sldMkLst>
        <pc:spChg chg="mod">
          <ac:chgData name="GOGINENI JAHNAVI" userId="64c07481e9727a99" providerId="LiveId" clId="{C962D07E-F3C1-46A9-A9D0-4796A9A5602B}" dt="2025-10-23T14:35:13.213" v="74" actId="123"/>
          <ac:spMkLst>
            <pc:docMk/>
            <pc:sldMk cId="109513712" sldId="274"/>
            <ac:spMk id="3" creationId="{8302ADD8-8B84-14F5-F293-C9DA5381B750}"/>
          </ac:spMkLst>
        </pc:spChg>
      </pc:sldChg>
      <pc:sldChg chg="modSp mod">
        <pc:chgData name="GOGINENI JAHNAVI" userId="64c07481e9727a99" providerId="LiveId" clId="{C962D07E-F3C1-46A9-A9D0-4796A9A5602B}" dt="2025-10-23T14:35:20.114" v="75" actId="123"/>
        <pc:sldMkLst>
          <pc:docMk/>
          <pc:sldMk cId="1491927896" sldId="275"/>
        </pc:sldMkLst>
        <pc:spChg chg="mod">
          <ac:chgData name="GOGINENI JAHNAVI" userId="64c07481e9727a99" providerId="LiveId" clId="{C962D07E-F3C1-46A9-A9D0-4796A9A5602B}" dt="2025-10-23T14:35:20.114" v="75" actId="123"/>
          <ac:spMkLst>
            <pc:docMk/>
            <pc:sldMk cId="1491927896" sldId="275"/>
            <ac:spMk id="3" creationId="{ABEF6619-4681-4909-AC60-F0B46854B2E9}"/>
          </ac:spMkLst>
        </pc:spChg>
      </pc:sldChg>
      <pc:sldChg chg="addSp delSp modSp mod">
        <pc:chgData name="GOGINENI JAHNAVI" userId="64c07481e9727a99" providerId="LiveId" clId="{C962D07E-F3C1-46A9-A9D0-4796A9A5602B}" dt="2025-10-23T14:40:05.342" v="99" actId="962"/>
        <pc:sldMkLst>
          <pc:docMk/>
          <pc:sldMk cId="1422401964" sldId="276"/>
        </pc:sldMkLst>
        <pc:spChg chg="del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11" creationId="{BB2B8762-61F0-4F1B-9364-D633EE9D6AF5}"/>
          </ac:spMkLst>
        </pc:spChg>
        <pc:spChg chg="del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13" creationId="{E97675C8-1328-460C-9EBF-6B446B67EAD3}"/>
          </ac:spMkLst>
        </pc:spChg>
        <pc:spChg chg="del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17" creationId="{C6417104-D4C1-4710-9982-2154A7F48492}"/>
          </ac:spMkLst>
        </pc:spChg>
        <pc:spChg chg="del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19" creationId="{626F1402-2DEC-4071-84AF-350C7BF00D43}"/>
          </ac:spMkLst>
        </pc:spChg>
        <pc:spChg chg="del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23" creationId="{DA52A394-10F4-4AA5-90E4-634D1E919DBA}"/>
          </ac:spMkLst>
        </pc:spChg>
        <pc:spChg chg="del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25" creationId="{07BDDC51-8BB2-42BE-8EA8-39B3E9AC1EF6}"/>
          </ac:spMkLst>
        </pc:spChg>
        <pc:spChg chg="add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30" creationId="{BB2B8762-61F0-4F1B-9364-D633EE9D6AF5}"/>
          </ac:spMkLst>
        </pc:spChg>
        <pc:spChg chg="add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32" creationId="{E97675C8-1328-460C-9EBF-6B446B67EAD3}"/>
          </ac:spMkLst>
        </pc:spChg>
        <pc:spChg chg="add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42" creationId="{DA52A394-10F4-4AA5-90E4-634D1E919DBA}"/>
          </ac:spMkLst>
        </pc:spChg>
        <pc:spChg chg="add">
          <ac:chgData name="GOGINENI JAHNAVI" userId="64c07481e9727a99" providerId="LiveId" clId="{C962D07E-F3C1-46A9-A9D0-4796A9A5602B}" dt="2025-10-23T14:40:02.073" v="97" actId="26606"/>
          <ac:spMkLst>
            <pc:docMk/>
            <pc:sldMk cId="1422401964" sldId="276"/>
            <ac:spMk id="44" creationId="{07BDDC51-8BB2-42BE-8EA8-39B3E9AC1EF6}"/>
          </ac:spMkLst>
        </pc:spChg>
        <pc:picChg chg="add del mod">
          <ac:chgData name="GOGINENI JAHNAVI" userId="64c07481e9727a99" providerId="LiveId" clId="{C962D07E-F3C1-46A9-A9D0-4796A9A5602B}" dt="2025-10-23T14:39:18.376" v="95" actId="478"/>
          <ac:picMkLst>
            <pc:docMk/>
            <pc:sldMk cId="1422401964" sldId="276"/>
            <ac:picMk id="5" creationId="{EFC1257C-2905-858F-9123-EE5FC6571473}"/>
          </ac:picMkLst>
        </pc:picChg>
        <pc:picChg chg="add del mod">
          <ac:chgData name="GOGINENI JAHNAVI" userId="64c07481e9727a99" providerId="LiveId" clId="{C962D07E-F3C1-46A9-A9D0-4796A9A5602B}" dt="2025-10-23T14:38:18.167" v="82" actId="21"/>
          <ac:picMkLst>
            <pc:docMk/>
            <pc:sldMk cId="1422401964" sldId="276"/>
            <ac:picMk id="7" creationId="{2297564F-8CA0-AFB3-2730-17758FA809CC}"/>
          </ac:picMkLst>
        </pc:picChg>
        <pc:picChg chg="add mod">
          <ac:chgData name="GOGINENI JAHNAVI" userId="64c07481e9727a99" providerId="LiveId" clId="{C962D07E-F3C1-46A9-A9D0-4796A9A5602B}" dt="2025-10-23T14:40:05.342" v="99" actId="962"/>
          <ac:picMkLst>
            <pc:docMk/>
            <pc:sldMk cId="1422401964" sldId="276"/>
            <ac:picMk id="8" creationId="{4913E24E-9E63-B8E0-659E-7663D3DD4A4D}"/>
          </ac:picMkLst>
        </pc:picChg>
      </pc:sldChg>
      <pc:sldChg chg="addSp delSp modSp mod">
        <pc:chgData name="GOGINENI JAHNAVI" userId="64c07481e9727a99" providerId="LiveId" clId="{C962D07E-F3C1-46A9-A9D0-4796A9A5602B}" dt="2025-10-23T14:39:07.168" v="92" actId="1076"/>
        <pc:sldMkLst>
          <pc:docMk/>
          <pc:sldMk cId="715968191" sldId="278"/>
        </pc:sldMkLst>
        <pc:spChg chg="mod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2" creationId="{9AE391B1-57C7-83E1-71F3-15FF8AA057B7}"/>
          </ac:spMkLst>
        </pc:spChg>
        <pc:spChg chg="del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9" creationId="{4E4490D0-3672-446A-AC12-B4830333BDDD}"/>
          </ac:spMkLst>
        </pc:spChg>
        <pc:spChg chg="del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11" creationId="{39CB82C2-DF65-4EC1-8280-F201D50F570B}"/>
          </ac:spMkLst>
        </pc:spChg>
        <pc:spChg chg="del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15" creationId="{C4AAA502-5435-489E-9538-3A40E6C71461}"/>
          </ac:spMkLst>
        </pc:spChg>
        <pc:spChg chg="del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19" creationId="{DE42378B-2E28-4810-8421-7A473A40E376}"/>
          </ac:spMkLst>
        </pc:spChg>
        <pc:spChg chg="add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26" creationId="{BB2B8762-61F0-4F1B-9364-D633EE9D6AF5}"/>
          </ac:spMkLst>
        </pc:spChg>
        <pc:spChg chg="add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28" creationId="{E97675C8-1328-460C-9EBF-6B446B67EAD3}"/>
          </ac:spMkLst>
        </pc:spChg>
        <pc:spChg chg="add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32" creationId="{2AD83CFE-1CA3-4832-A4B9-C48CD1347C03}"/>
          </ac:spMkLst>
        </pc:spChg>
        <pc:spChg chg="add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34" creationId="{BC98641C-7F74-435D-996F-A4387A3C3C26}"/>
          </ac:spMkLst>
        </pc:spChg>
        <pc:spChg chg="add">
          <ac:chgData name="GOGINENI JAHNAVI" userId="64c07481e9727a99" providerId="LiveId" clId="{C962D07E-F3C1-46A9-A9D0-4796A9A5602B}" dt="2025-10-23T14:38:48.639" v="84" actId="26606"/>
          <ac:spMkLst>
            <pc:docMk/>
            <pc:sldMk cId="715968191" sldId="278"/>
            <ac:spMk id="38" creationId="{BAE51241-AA8B-4B82-9C59-6738DB85674C}"/>
          </ac:spMkLst>
        </pc:spChg>
        <pc:picChg chg="mod">
          <ac:chgData name="GOGINENI JAHNAVI" userId="64c07481e9727a99" providerId="LiveId" clId="{C962D07E-F3C1-46A9-A9D0-4796A9A5602B}" dt="2025-10-23T14:39:03.292" v="91" actId="1076"/>
          <ac:picMkLst>
            <pc:docMk/>
            <pc:sldMk cId="715968191" sldId="278"/>
            <ac:picMk id="4" creationId="{5DB6E997-3452-02FA-2608-172CCE2E05E2}"/>
          </ac:picMkLst>
        </pc:picChg>
        <pc:picChg chg="add mod">
          <ac:chgData name="GOGINENI JAHNAVI" userId="64c07481e9727a99" providerId="LiveId" clId="{C962D07E-F3C1-46A9-A9D0-4796A9A5602B}" dt="2025-10-23T14:39:07.168" v="92" actId="1076"/>
          <ac:picMkLst>
            <pc:docMk/>
            <pc:sldMk cId="715968191" sldId="278"/>
            <ac:picMk id="7" creationId="{2297564F-8CA0-AFB3-2730-17758FA809CC}"/>
          </ac:picMkLst>
        </pc:picChg>
      </pc:sldChg>
      <pc:sldChg chg="modSp mod">
        <pc:chgData name="GOGINENI JAHNAVI" userId="64c07481e9727a99" providerId="LiveId" clId="{C962D07E-F3C1-46A9-A9D0-4796A9A5602B}" dt="2025-10-23T14:32:47.600" v="59" actId="5793"/>
        <pc:sldMkLst>
          <pc:docMk/>
          <pc:sldMk cId="3048983970" sldId="284"/>
        </pc:sldMkLst>
        <pc:spChg chg="mod">
          <ac:chgData name="GOGINENI JAHNAVI" userId="64c07481e9727a99" providerId="LiveId" clId="{C962D07E-F3C1-46A9-A9D0-4796A9A5602B}" dt="2025-10-23T14:32:47.600" v="59" actId="5793"/>
          <ac:spMkLst>
            <pc:docMk/>
            <pc:sldMk cId="3048983970" sldId="284"/>
            <ac:spMk id="4" creationId="{6535B8B6-27E3-0069-6CE7-9825E2E926B3}"/>
          </ac:spMkLst>
        </pc:spChg>
        <pc:spChg chg="mod">
          <ac:chgData name="GOGINENI JAHNAVI" userId="64c07481e9727a99" providerId="LiveId" clId="{C962D07E-F3C1-46A9-A9D0-4796A9A5602B}" dt="2025-10-23T14:32:45.315" v="58" actId="255"/>
          <ac:spMkLst>
            <pc:docMk/>
            <pc:sldMk cId="3048983970" sldId="284"/>
            <ac:spMk id="5" creationId="{A4408CC8-D5A3-7FE9-E4F7-4B3099A9FBEA}"/>
          </ac:spMkLst>
        </pc:spChg>
        <pc:picChg chg="mod">
          <ac:chgData name="GOGINENI JAHNAVI" userId="64c07481e9727a99" providerId="LiveId" clId="{C962D07E-F3C1-46A9-A9D0-4796A9A5602B}" dt="2025-10-23T14:32:05.799" v="52" actId="1076"/>
          <ac:picMkLst>
            <pc:docMk/>
            <pc:sldMk cId="3048983970" sldId="284"/>
            <ac:picMk id="6" creationId="{9FBB78D4-00C1-BE43-689A-AE5D45722884}"/>
          </ac:picMkLst>
        </pc:picChg>
        <pc:picChg chg="mod">
          <ac:chgData name="GOGINENI JAHNAVI" userId="64c07481e9727a99" providerId="LiveId" clId="{C962D07E-F3C1-46A9-A9D0-4796A9A5602B}" dt="2025-10-23T14:32:08.592" v="53" actId="1076"/>
          <ac:picMkLst>
            <pc:docMk/>
            <pc:sldMk cId="3048983970" sldId="284"/>
            <ac:picMk id="7" creationId="{86660B8A-8696-7F82-7BCE-372C6EFE9B30}"/>
          </ac:picMkLst>
        </pc:picChg>
      </pc:sldChg>
      <pc:sldChg chg="modSp mod">
        <pc:chgData name="GOGINENI JAHNAVI" userId="64c07481e9727a99" providerId="LiveId" clId="{C962D07E-F3C1-46A9-A9D0-4796A9A5602B}" dt="2025-10-23T14:34:01.378" v="71" actId="14100"/>
        <pc:sldMkLst>
          <pc:docMk/>
          <pc:sldMk cId="2919687377" sldId="285"/>
        </pc:sldMkLst>
        <pc:spChg chg="mod">
          <ac:chgData name="GOGINENI JAHNAVI" userId="64c07481e9727a99" providerId="LiveId" clId="{C962D07E-F3C1-46A9-A9D0-4796A9A5602B}" dt="2025-10-23T14:33:53.941" v="69" actId="1076"/>
          <ac:spMkLst>
            <pc:docMk/>
            <pc:sldMk cId="2919687377" sldId="285"/>
            <ac:spMk id="4" creationId="{3941052D-07F5-29C4-95DD-6D1E3453A5DB}"/>
          </ac:spMkLst>
        </pc:spChg>
        <pc:picChg chg="mod">
          <ac:chgData name="GOGINENI JAHNAVI" userId="64c07481e9727a99" providerId="LiveId" clId="{C962D07E-F3C1-46A9-A9D0-4796A9A5602B}" dt="2025-10-23T14:34:01.378" v="71" actId="14100"/>
          <ac:picMkLst>
            <pc:docMk/>
            <pc:sldMk cId="2919687377" sldId="285"/>
            <ac:picMk id="2" creationId="{59EB69C0-22C5-711C-5185-C81103DF05DF}"/>
          </ac:picMkLst>
        </pc:picChg>
      </pc:sldChg>
      <pc:sldChg chg="modSp mod">
        <pc:chgData name="GOGINENI JAHNAVI" userId="64c07481e9727a99" providerId="LiveId" clId="{C962D07E-F3C1-46A9-A9D0-4796A9A5602B}" dt="2025-10-23T14:43:58.798" v="117" actId="20577"/>
        <pc:sldMkLst>
          <pc:docMk/>
          <pc:sldMk cId="3325596870" sldId="286"/>
        </pc:sldMkLst>
        <pc:spChg chg="mod">
          <ac:chgData name="GOGINENI JAHNAVI" userId="64c07481e9727a99" providerId="LiveId" clId="{C962D07E-F3C1-46A9-A9D0-4796A9A5602B}" dt="2025-10-23T14:43:58.798" v="117" actId="20577"/>
          <ac:spMkLst>
            <pc:docMk/>
            <pc:sldMk cId="3325596870" sldId="286"/>
            <ac:spMk id="5" creationId="{66D68311-4846-C200-AD1C-5CFE230B971A}"/>
          </ac:spMkLst>
        </pc:spChg>
      </pc:sldChg>
      <pc:sldChg chg="addSp delSp modSp mod">
        <pc:chgData name="GOGINENI JAHNAVI" userId="64c07481e9727a99" providerId="LiveId" clId="{C962D07E-F3C1-46A9-A9D0-4796A9A5602B}" dt="2025-10-23T14:43:29.532" v="113" actId="123"/>
        <pc:sldMkLst>
          <pc:docMk/>
          <pc:sldMk cId="796086053" sldId="290"/>
        </pc:sldMkLst>
        <pc:spChg chg="mod">
          <ac:chgData name="GOGINENI JAHNAVI" userId="64c07481e9727a99" providerId="LiveId" clId="{C962D07E-F3C1-46A9-A9D0-4796A9A5602B}" dt="2025-10-23T14:43:29.532" v="113" actId="123"/>
          <ac:spMkLst>
            <pc:docMk/>
            <pc:sldMk cId="796086053" sldId="290"/>
            <ac:spMk id="2" creationId="{4A99BA86-91E3-F834-D089-B45D3E04A63F}"/>
          </ac:spMkLst>
        </pc:spChg>
        <pc:spChg chg="add del mod">
          <ac:chgData name="GOGINENI JAHNAVI" userId="64c07481e9727a99" providerId="LiveId" clId="{C962D07E-F3C1-46A9-A9D0-4796A9A5602B}" dt="2025-10-23T14:43:05.288" v="109" actId="478"/>
          <ac:spMkLst>
            <pc:docMk/>
            <pc:sldMk cId="796086053" sldId="290"/>
            <ac:spMk id="4" creationId="{D28F57AF-CE86-2F3A-A0DB-EF59E3F210AD}"/>
          </ac:spMkLst>
        </pc:spChg>
        <pc:spChg chg="add del">
          <ac:chgData name="GOGINENI JAHNAVI" userId="64c07481e9727a99" providerId="LiveId" clId="{C962D07E-F3C1-46A9-A9D0-4796A9A5602B}" dt="2025-10-23T14:42:52.239" v="106" actId="26606"/>
          <ac:spMkLst>
            <pc:docMk/>
            <pc:sldMk cId="796086053" sldId="290"/>
            <ac:spMk id="10" creationId="{25C8D2C1-DA83-420D-9635-D52CE066B5DA}"/>
          </ac:spMkLst>
        </pc:spChg>
        <pc:spChg chg="add del">
          <ac:chgData name="GOGINENI JAHNAVI" userId="64c07481e9727a99" providerId="LiveId" clId="{C962D07E-F3C1-46A9-A9D0-4796A9A5602B}" dt="2025-10-23T14:42:52.239" v="106" actId="26606"/>
          <ac:spMkLst>
            <pc:docMk/>
            <pc:sldMk cId="796086053" sldId="290"/>
            <ac:spMk id="12" creationId="{434F74C9-6A0B-409E-AD1C-45B58BE91BB8}"/>
          </ac:spMkLst>
        </pc:spChg>
        <pc:spChg chg="add del">
          <ac:chgData name="GOGINENI JAHNAVI" userId="64c07481e9727a99" providerId="LiveId" clId="{C962D07E-F3C1-46A9-A9D0-4796A9A5602B}" dt="2025-10-23T14:42:52.239" v="106" actId="26606"/>
          <ac:spMkLst>
            <pc:docMk/>
            <pc:sldMk cId="796086053" sldId="290"/>
            <ac:spMk id="16" creationId="{90AA6468-80AC-4DDF-9CFB-C7A9507E203F}"/>
          </ac:spMkLst>
        </pc:spChg>
        <pc:spChg chg="add del">
          <ac:chgData name="GOGINENI JAHNAVI" userId="64c07481e9727a99" providerId="LiveId" clId="{C962D07E-F3C1-46A9-A9D0-4796A9A5602B}" dt="2025-10-23T14:42:52.239" v="106" actId="26606"/>
          <ac:spMkLst>
            <pc:docMk/>
            <pc:sldMk cId="796086053" sldId="290"/>
            <ac:spMk id="18" creationId="{4AB900CC-5074-4746-A1A4-AF640455BD43}"/>
          </ac:spMkLst>
        </pc:spChg>
        <pc:spChg chg="add del">
          <ac:chgData name="GOGINENI JAHNAVI" userId="64c07481e9727a99" providerId="LiveId" clId="{C962D07E-F3C1-46A9-A9D0-4796A9A5602B}" dt="2025-10-23T14:42:50.878" v="103" actId="26606"/>
          <ac:spMkLst>
            <pc:docMk/>
            <pc:sldMk cId="796086053" sldId="290"/>
            <ac:spMk id="1031" creationId="{990D0034-F768-41E7-85D4-F38C4DE85770}"/>
          </ac:spMkLst>
        </pc:spChg>
        <pc:spChg chg="add del">
          <ac:chgData name="GOGINENI JAHNAVI" userId="64c07481e9727a99" providerId="LiveId" clId="{C962D07E-F3C1-46A9-A9D0-4796A9A5602B}" dt="2025-10-23T14:42:50.878" v="103" actId="26606"/>
          <ac:spMkLst>
            <pc:docMk/>
            <pc:sldMk cId="796086053" sldId="290"/>
            <ac:spMk id="1033" creationId="{C4F7E42D-8B5A-4FC8-81CD-9E60171F7FA8}"/>
          </ac:spMkLst>
        </pc:spChg>
        <pc:spChg chg="add del">
          <ac:chgData name="GOGINENI JAHNAVI" userId="64c07481e9727a99" providerId="LiveId" clId="{C962D07E-F3C1-46A9-A9D0-4796A9A5602B}" dt="2025-10-23T14:42:50.878" v="103" actId="26606"/>
          <ac:spMkLst>
            <pc:docMk/>
            <pc:sldMk cId="796086053" sldId="290"/>
            <ac:spMk id="1035" creationId="{8C04651D-B9F4-4935-A02D-364153FBDF54}"/>
          </ac:spMkLst>
        </pc:spChg>
        <pc:spChg chg="add del">
          <ac:chgData name="GOGINENI JAHNAVI" userId="64c07481e9727a99" providerId="LiveId" clId="{C962D07E-F3C1-46A9-A9D0-4796A9A5602B}" dt="2025-10-23T14:42:52.225" v="105" actId="26606"/>
          <ac:spMkLst>
            <pc:docMk/>
            <pc:sldMk cId="796086053" sldId="290"/>
            <ac:spMk id="1037" creationId="{44CC594A-A820-450F-B363-C19201FCFEC6}"/>
          </ac:spMkLst>
        </pc:spChg>
        <pc:spChg chg="add del">
          <ac:chgData name="GOGINENI JAHNAVI" userId="64c07481e9727a99" providerId="LiveId" clId="{C962D07E-F3C1-46A9-A9D0-4796A9A5602B}" dt="2025-10-23T14:42:52.225" v="105" actId="26606"/>
          <ac:spMkLst>
            <pc:docMk/>
            <pc:sldMk cId="796086053" sldId="290"/>
            <ac:spMk id="1038" creationId="{59FAB3DA-E9ED-4574-ABCC-378BC0FF1BBC}"/>
          </ac:spMkLst>
        </pc:spChg>
        <pc:spChg chg="add del">
          <ac:chgData name="GOGINENI JAHNAVI" userId="64c07481e9727a99" providerId="LiveId" clId="{C962D07E-F3C1-46A9-A9D0-4796A9A5602B}" dt="2025-10-23T14:42:52.225" v="105" actId="26606"/>
          <ac:spMkLst>
            <pc:docMk/>
            <pc:sldMk cId="796086053" sldId="290"/>
            <ac:spMk id="1039" creationId="{53B8D6B0-55D6-48DC-86D8-FD95D5F118AB}"/>
          </ac:spMkLst>
        </pc:spChg>
        <pc:spChg chg="add">
          <ac:chgData name="GOGINENI JAHNAVI" userId="64c07481e9727a99" providerId="LiveId" clId="{C962D07E-F3C1-46A9-A9D0-4796A9A5602B}" dt="2025-10-23T14:42:52.239" v="106" actId="26606"/>
          <ac:spMkLst>
            <pc:docMk/>
            <pc:sldMk cId="796086053" sldId="290"/>
            <ac:spMk id="1041" creationId="{990D0034-F768-41E7-85D4-F38C4DE85770}"/>
          </ac:spMkLst>
        </pc:spChg>
        <pc:spChg chg="add">
          <ac:chgData name="GOGINENI JAHNAVI" userId="64c07481e9727a99" providerId="LiveId" clId="{C962D07E-F3C1-46A9-A9D0-4796A9A5602B}" dt="2025-10-23T14:42:52.239" v="106" actId="26606"/>
          <ac:spMkLst>
            <pc:docMk/>
            <pc:sldMk cId="796086053" sldId="290"/>
            <ac:spMk id="1042" creationId="{C4F7E42D-8B5A-4FC8-81CD-9E60171F7FA8}"/>
          </ac:spMkLst>
        </pc:spChg>
        <pc:spChg chg="add">
          <ac:chgData name="GOGINENI JAHNAVI" userId="64c07481e9727a99" providerId="LiveId" clId="{C962D07E-F3C1-46A9-A9D0-4796A9A5602B}" dt="2025-10-23T14:42:52.239" v="106" actId="26606"/>
          <ac:spMkLst>
            <pc:docMk/>
            <pc:sldMk cId="796086053" sldId="290"/>
            <ac:spMk id="1043" creationId="{8C04651D-B9F4-4935-A02D-364153FBDF54}"/>
          </ac:spMkLst>
        </pc:spChg>
        <pc:picChg chg="del">
          <ac:chgData name="GOGINENI JAHNAVI" userId="64c07481e9727a99" providerId="LiveId" clId="{C962D07E-F3C1-46A9-A9D0-4796A9A5602B}" dt="2025-10-23T14:42:40.598" v="100" actId="478"/>
          <ac:picMkLst>
            <pc:docMk/>
            <pc:sldMk cId="796086053" sldId="290"/>
            <ac:picMk id="5" creationId="{2A382031-9013-0EDC-2C2C-05FD19198BD6}"/>
          </ac:picMkLst>
        </pc:picChg>
        <pc:picChg chg="add mod">
          <ac:chgData name="GOGINENI JAHNAVI" userId="64c07481e9727a99" providerId="LiveId" clId="{C962D07E-F3C1-46A9-A9D0-4796A9A5602B}" dt="2025-10-23T14:43:01.240" v="108" actId="962"/>
          <ac:picMkLst>
            <pc:docMk/>
            <pc:sldMk cId="796086053" sldId="290"/>
            <ac:picMk id="1026" creationId="{A2CF812F-DD54-4489-5B18-A425B2C6B940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8F689-EA90-48DF-A42A-5E8EC21D843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88C55D-6746-43A2-BAA1-E14842C84C62}">
      <dgm:prSet/>
      <dgm:spPr/>
      <dgm:t>
        <a:bodyPr/>
        <a:lstStyle/>
        <a:p>
          <a:r>
            <a:rPr lang="en-US"/>
            <a:t>Project Overview</a:t>
          </a:r>
        </a:p>
      </dgm:t>
    </dgm:pt>
    <dgm:pt modelId="{1859AE1C-1544-4B32-BDB4-EB532C2D78F1}" type="parTrans" cxnId="{938F0A30-8A92-4E63-B2B5-1D4FB5FE6459}">
      <dgm:prSet/>
      <dgm:spPr/>
      <dgm:t>
        <a:bodyPr/>
        <a:lstStyle/>
        <a:p>
          <a:endParaRPr lang="en-US"/>
        </a:p>
      </dgm:t>
    </dgm:pt>
    <dgm:pt modelId="{D3FB877F-9523-463C-8373-F886AEAA02AF}" type="sibTrans" cxnId="{938F0A30-8A92-4E63-B2B5-1D4FB5FE6459}">
      <dgm:prSet/>
      <dgm:spPr/>
      <dgm:t>
        <a:bodyPr/>
        <a:lstStyle/>
        <a:p>
          <a:endParaRPr lang="en-US"/>
        </a:p>
      </dgm:t>
    </dgm:pt>
    <dgm:pt modelId="{223E0CDE-7323-4E84-841D-DF6EB18F3949}">
      <dgm:prSet/>
      <dgm:spPr/>
      <dgm:t>
        <a:bodyPr/>
        <a:lstStyle/>
        <a:p>
          <a:r>
            <a:rPr lang="en-US"/>
            <a:t>Proposed Solutions</a:t>
          </a:r>
        </a:p>
      </dgm:t>
    </dgm:pt>
    <dgm:pt modelId="{0F4105B8-22F1-4277-AC9F-220F73D1CAC6}" type="parTrans" cxnId="{C749EF32-FEC8-44CB-A0AB-76A512055142}">
      <dgm:prSet/>
      <dgm:spPr/>
      <dgm:t>
        <a:bodyPr/>
        <a:lstStyle/>
        <a:p>
          <a:endParaRPr lang="en-US"/>
        </a:p>
      </dgm:t>
    </dgm:pt>
    <dgm:pt modelId="{F0180D27-A97B-419B-8613-16C7D29B298B}" type="sibTrans" cxnId="{C749EF32-FEC8-44CB-A0AB-76A512055142}">
      <dgm:prSet/>
      <dgm:spPr/>
      <dgm:t>
        <a:bodyPr/>
        <a:lstStyle/>
        <a:p>
          <a:endParaRPr lang="en-US"/>
        </a:p>
      </dgm:t>
    </dgm:pt>
    <dgm:pt modelId="{076D86FA-1498-4C51-8959-449A25DC7A4E}">
      <dgm:prSet/>
      <dgm:spPr/>
      <dgm:t>
        <a:bodyPr/>
        <a:lstStyle/>
        <a:p>
          <a:r>
            <a:rPr lang="en-US"/>
            <a:t>Dataset Description</a:t>
          </a:r>
        </a:p>
      </dgm:t>
    </dgm:pt>
    <dgm:pt modelId="{B5BB14F5-0A40-4A34-A346-8DDF2CCDAE6D}" type="parTrans" cxnId="{98B1C9AF-E081-4616-82E3-2179E178CB5E}">
      <dgm:prSet/>
      <dgm:spPr/>
      <dgm:t>
        <a:bodyPr/>
        <a:lstStyle/>
        <a:p>
          <a:endParaRPr lang="en-US"/>
        </a:p>
      </dgm:t>
    </dgm:pt>
    <dgm:pt modelId="{98CD1677-60BB-428A-8340-C1315D619221}" type="sibTrans" cxnId="{98B1C9AF-E081-4616-82E3-2179E178CB5E}">
      <dgm:prSet/>
      <dgm:spPr/>
      <dgm:t>
        <a:bodyPr/>
        <a:lstStyle/>
        <a:p>
          <a:endParaRPr lang="en-US"/>
        </a:p>
      </dgm:t>
    </dgm:pt>
    <dgm:pt modelId="{017B369E-6B19-4009-987D-DA19D4097674}">
      <dgm:prSet/>
      <dgm:spPr/>
      <dgm:t>
        <a:bodyPr/>
        <a:lstStyle/>
        <a:p>
          <a:r>
            <a:rPr lang="en-US"/>
            <a:t>Descriptive Statistics</a:t>
          </a:r>
        </a:p>
      </dgm:t>
    </dgm:pt>
    <dgm:pt modelId="{80D64B4A-E49B-41EA-AB5B-A87801BA02FB}" type="parTrans" cxnId="{097E6C1B-1FF1-40D3-8F29-B250A86B6DB9}">
      <dgm:prSet/>
      <dgm:spPr/>
      <dgm:t>
        <a:bodyPr/>
        <a:lstStyle/>
        <a:p>
          <a:endParaRPr lang="en-US"/>
        </a:p>
      </dgm:t>
    </dgm:pt>
    <dgm:pt modelId="{D6F7CC28-7A41-4C23-86D5-7BF5FBFF635C}" type="sibTrans" cxnId="{097E6C1B-1FF1-40D3-8F29-B250A86B6DB9}">
      <dgm:prSet/>
      <dgm:spPr/>
      <dgm:t>
        <a:bodyPr/>
        <a:lstStyle/>
        <a:p>
          <a:endParaRPr lang="en-US"/>
        </a:p>
      </dgm:t>
    </dgm:pt>
    <dgm:pt modelId="{3549DD4A-BF3F-4F46-9BE1-996C3E47E896}">
      <dgm:prSet/>
      <dgm:spPr/>
      <dgm:t>
        <a:bodyPr/>
        <a:lstStyle/>
        <a:p>
          <a:r>
            <a:rPr lang="en-US"/>
            <a:t>Data Preprocessing (Missing Values, Duplicates, Inflation Adjustment, Treatment of Outliers, Encoding, Scaling)</a:t>
          </a:r>
        </a:p>
      </dgm:t>
    </dgm:pt>
    <dgm:pt modelId="{4DB9725C-3E24-47E6-A163-F93BD4E3F198}" type="parTrans" cxnId="{B1BC7F2B-3495-4D32-B68F-F8341708B491}">
      <dgm:prSet/>
      <dgm:spPr/>
      <dgm:t>
        <a:bodyPr/>
        <a:lstStyle/>
        <a:p>
          <a:endParaRPr lang="en-US"/>
        </a:p>
      </dgm:t>
    </dgm:pt>
    <dgm:pt modelId="{1D832B41-56A2-4B18-84B0-375880C82059}" type="sibTrans" cxnId="{B1BC7F2B-3495-4D32-B68F-F8341708B491}">
      <dgm:prSet/>
      <dgm:spPr/>
      <dgm:t>
        <a:bodyPr/>
        <a:lstStyle/>
        <a:p>
          <a:endParaRPr lang="en-US"/>
        </a:p>
      </dgm:t>
    </dgm:pt>
    <dgm:pt modelId="{C69070CE-9EA7-42BD-88FF-E0B62D9888EA}">
      <dgm:prSet/>
      <dgm:spPr/>
      <dgm:t>
        <a:bodyPr/>
        <a:lstStyle/>
        <a:p>
          <a:r>
            <a:rPr lang="en-US"/>
            <a:t>Visualization of Key Numeric and Categorical Features</a:t>
          </a:r>
        </a:p>
      </dgm:t>
    </dgm:pt>
    <dgm:pt modelId="{EE7E71CB-DAA0-4EA5-9AA1-9789D370D85A}" type="parTrans" cxnId="{C3237C46-5744-411C-839C-E2469C3D2E24}">
      <dgm:prSet/>
      <dgm:spPr/>
      <dgm:t>
        <a:bodyPr/>
        <a:lstStyle/>
        <a:p>
          <a:endParaRPr lang="en-US"/>
        </a:p>
      </dgm:t>
    </dgm:pt>
    <dgm:pt modelId="{61D0DE3A-C797-4E84-AD66-B95016418DC8}" type="sibTrans" cxnId="{C3237C46-5744-411C-839C-E2469C3D2E24}">
      <dgm:prSet/>
      <dgm:spPr/>
      <dgm:t>
        <a:bodyPr/>
        <a:lstStyle/>
        <a:p>
          <a:endParaRPr lang="en-US"/>
        </a:p>
      </dgm:t>
    </dgm:pt>
    <dgm:pt modelId="{1BF970C3-D4A4-4056-96EA-7EB4AF59ED01}">
      <dgm:prSet/>
      <dgm:spPr/>
      <dgm:t>
        <a:bodyPr/>
        <a:lstStyle/>
        <a:p>
          <a:r>
            <a:rPr lang="en-US"/>
            <a:t>Correlation Heatmap</a:t>
          </a:r>
        </a:p>
      </dgm:t>
    </dgm:pt>
    <dgm:pt modelId="{B98CAC16-E23A-4D58-884A-2B4CDBB641FE}" type="parTrans" cxnId="{E2339632-16AA-47C0-A6FC-2FFED5BA31AE}">
      <dgm:prSet/>
      <dgm:spPr/>
      <dgm:t>
        <a:bodyPr/>
        <a:lstStyle/>
        <a:p>
          <a:endParaRPr lang="en-US"/>
        </a:p>
      </dgm:t>
    </dgm:pt>
    <dgm:pt modelId="{FB21BF2B-685C-4329-8B92-7BB30D3D3C12}" type="sibTrans" cxnId="{E2339632-16AA-47C0-A6FC-2FFED5BA31AE}">
      <dgm:prSet/>
      <dgm:spPr/>
      <dgm:t>
        <a:bodyPr/>
        <a:lstStyle/>
        <a:p>
          <a:endParaRPr lang="en-US"/>
        </a:p>
      </dgm:t>
    </dgm:pt>
    <dgm:pt modelId="{C0D94E0D-08CB-4824-AA59-44B500C6BD9C}">
      <dgm:prSet/>
      <dgm:spPr/>
      <dgm:t>
        <a:bodyPr/>
        <a:lstStyle/>
        <a:p>
          <a:r>
            <a:rPr lang="en-US"/>
            <a:t>EDA (Understanding Key Relationships)</a:t>
          </a:r>
        </a:p>
      </dgm:t>
    </dgm:pt>
    <dgm:pt modelId="{0928BD45-6EF9-4556-83DC-C0537EB95F37}" type="parTrans" cxnId="{5A5B3ECC-CDC1-45E3-943B-9D0EF202062B}">
      <dgm:prSet/>
      <dgm:spPr/>
      <dgm:t>
        <a:bodyPr/>
        <a:lstStyle/>
        <a:p>
          <a:endParaRPr lang="en-US"/>
        </a:p>
      </dgm:t>
    </dgm:pt>
    <dgm:pt modelId="{49F460B4-5E86-4F57-AF75-084981EF90F9}" type="sibTrans" cxnId="{5A5B3ECC-CDC1-45E3-943B-9D0EF202062B}">
      <dgm:prSet/>
      <dgm:spPr/>
      <dgm:t>
        <a:bodyPr/>
        <a:lstStyle/>
        <a:p>
          <a:endParaRPr lang="en-US"/>
        </a:p>
      </dgm:t>
    </dgm:pt>
    <dgm:pt modelId="{DCFD859A-B683-4C9F-BB55-BBF045C1AB7C}">
      <dgm:prSet/>
      <dgm:spPr/>
      <dgm:t>
        <a:bodyPr/>
        <a:lstStyle/>
        <a:p>
          <a:r>
            <a:rPr lang="en-US"/>
            <a:t>Summary and Implications</a:t>
          </a:r>
        </a:p>
      </dgm:t>
    </dgm:pt>
    <dgm:pt modelId="{61EC18BA-9F02-490D-BBF1-D321506A1ECB}" type="parTrans" cxnId="{A954FCE8-E5D3-4BD1-A65C-B56BB898CA7B}">
      <dgm:prSet/>
      <dgm:spPr/>
      <dgm:t>
        <a:bodyPr/>
        <a:lstStyle/>
        <a:p>
          <a:endParaRPr lang="en-US"/>
        </a:p>
      </dgm:t>
    </dgm:pt>
    <dgm:pt modelId="{D4F74BC5-2476-4144-AEDB-373CCB79BD4F}" type="sibTrans" cxnId="{A954FCE8-E5D3-4BD1-A65C-B56BB898CA7B}">
      <dgm:prSet/>
      <dgm:spPr/>
      <dgm:t>
        <a:bodyPr/>
        <a:lstStyle/>
        <a:p>
          <a:endParaRPr lang="en-US"/>
        </a:p>
      </dgm:t>
    </dgm:pt>
    <dgm:pt modelId="{54ED66D3-8023-49EA-9E4B-902A17BF7037}">
      <dgm:prSet/>
      <dgm:spPr/>
      <dgm:t>
        <a:bodyPr/>
        <a:lstStyle/>
        <a:p>
          <a:r>
            <a:rPr lang="en-US"/>
            <a:t>Next Steps</a:t>
          </a:r>
        </a:p>
      </dgm:t>
    </dgm:pt>
    <dgm:pt modelId="{F66AE715-021E-4A26-870D-98A1294661C6}" type="parTrans" cxnId="{733A6753-D312-475A-819D-FF7A4D3F2929}">
      <dgm:prSet/>
      <dgm:spPr/>
      <dgm:t>
        <a:bodyPr/>
        <a:lstStyle/>
        <a:p>
          <a:endParaRPr lang="en-US"/>
        </a:p>
      </dgm:t>
    </dgm:pt>
    <dgm:pt modelId="{FC257FA4-D276-4A8E-AF19-DD0A24A7F837}" type="sibTrans" cxnId="{733A6753-D312-475A-819D-FF7A4D3F2929}">
      <dgm:prSet/>
      <dgm:spPr/>
      <dgm:t>
        <a:bodyPr/>
        <a:lstStyle/>
        <a:p>
          <a:endParaRPr lang="en-US"/>
        </a:p>
      </dgm:t>
    </dgm:pt>
    <dgm:pt modelId="{1734BB7C-5488-4B89-B0B2-3845865A70F9}">
      <dgm:prSet/>
      <dgm:spPr/>
      <dgm:t>
        <a:bodyPr/>
        <a:lstStyle/>
        <a:p>
          <a:r>
            <a:rPr lang="en-US"/>
            <a:t>Challenges</a:t>
          </a:r>
        </a:p>
      </dgm:t>
    </dgm:pt>
    <dgm:pt modelId="{11D8ED3C-F17A-45CE-8B80-C40A1042ED61}" type="parTrans" cxnId="{E28E4AC6-13DD-443B-A7E8-8B16E557F4CD}">
      <dgm:prSet/>
      <dgm:spPr/>
      <dgm:t>
        <a:bodyPr/>
        <a:lstStyle/>
        <a:p>
          <a:endParaRPr lang="en-US"/>
        </a:p>
      </dgm:t>
    </dgm:pt>
    <dgm:pt modelId="{6BF064FC-7654-44B0-90BB-535984B3F493}" type="sibTrans" cxnId="{E28E4AC6-13DD-443B-A7E8-8B16E557F4CD}">
      <dgm:prSet/>
      <dgm:spPr/>
      <dgm:t>
        <a:bodyPr/>
        <a:lstStyle/>
        <a:p>
          <a:endParaRPr lang="en-US"/>
        </a:p>
      </dgm:t>
    </dgm:pt>
    <dgm:pt modelId="{AF694C56-1ACC-4AAC-9FB1-A5127E03B517}" type="pres">
      <dgm:prSet presAssocID="{FB08F689-EA90-48DF-A42A-5E8EC21D8438}" presName="vert0" presStyleCnt="0">
        <dgm:presLayoutVars>
          <dgm:dir/>
          <dgm:animOne val="branch"/>
          <dgm:animLvl val="lvl"/>
        </dgm:presLayoutVars>
      </dgm:prSet>
      <dgm:spPr/>
    </dgm:pt>
    <dgm:pt modelId="{9DD1AD60-D9BC-4B77-A519-0C9B90ABCCEC}" type="pres">
      <dgm:prSet presAssocID="{ED88C55D-6746-43A2-BAA1-E14842C84C62}" presName="thickLine" presStyleLbl="alignNode1" presStyleIdx="0" presStyleCnt="11"/>
      <dgm:spPr/>
    </dgm:pt>
    <dgm:pt modelId="{E1A70508-FD64-4FE0-9A41-8C5E4CCA3DA4}" type="pres">
      <dgm:prSet presAssocID="{ED88C55D-6746-43A2-BAA1-E14842C84C62}" presName="horz1" presStyleCnt="0"/>
      <dgm:spPr/>
    </dgm:pt>
    <dgm:pt modelId="{53AF6AE1-F941-4EA4-ACF7-7345AF2F6CB1}" type="pres">
      <dgm:prSet presAssocID="{ED88C55D-6746-43A2-BAA1-E14842C84C62}" presName="tx1" presStyleLbl="revTx" presStyleIdx="0" presStyleCnt="11"/>
      <dgm:spPr/>
    </dgm:pt>
    <dgm:pt modelId="{58934187-E351-45AD-9981-4DF9B4A399C7}" type="pres">
      <dgm:prSet presAssocID="{ED88C55D-6746-43A2-BAA1-E14842C84C62}" presName="vert1" presStyleCnt="0"/>
      <dgm:spPr/>
    </dgm:pt>
    <dgm:pt modelId="{A6196196-4E39-4C67-8E47-EEF5ED314FB8}" type="pres">
      <dgm:prSet presAssocID="{223E0CDE-7323-4E84-841D-DF6EB18F3949}" presName="thickLine" presStyleLbl="alignNode1" presStyleIdx="1" presStyleCnt="11"/>
      <dgm:spPr/>
    </dgm:pt>
    <dgm:pt modelId="{8F5CCCCD-E678-4444-B5F1-6F9552CD9306}" type="pres">
      <dgm:prSet presAssocID="{223E0CDE-7323-4E84-841D-DF6EB18F3949}" presName="horz1" presStyleCnt="0"/>
      <dgm:spPr/>
    </dgm:pt>
    <dgm:pt modelId="{5E5DBC57-E9CF-49DD-B8B7-F171D1546A59}" type="pres">
      <dgm:prSet presAssocID="{223E0CDE-7323-4E84-841D-DF6EB18F3949}" presName="tx1" presStyleLbl="revTx" presStyleIdx="1" presStyleCnt="11"/>
      <dgm:spPr/>
    </dgm:pt>
    <dgm:pt modelId="{A51C0A71-31B8-4AC8-9805-9292457691C6}" type="pres">
      <dgm:prSet presAssocID="{223E0CDE-7323-4E84-841D-DF6EB18F3949}" presName="vert1" presStyleCnt="0"/>
      <dgm:spPr/>
    </dgm:pt>
    <dgm:pt modelId="{C481A22F-1C0F-4F79-AFD1-50DB77197CE2}" type="pres">
      <dgm:prSet presAssocID="{076D86FA-1498-4C51-8959-449A25DC7A4E}" presName="thickLine" presStyleLbl="alignNode1" presStyleIdx="2" presStyleCnt="11"/>
      <dgm:spPr/>
    </dgm:pt>
    <dgm:pt modelId="{C1E0F69E-6BE3-47C9-809F-5EB23C7C95BD}" type="pres">
      <dgm:prSet presAssocID="{076D86FA-1498-4C51-8959-449A25DC7A4E}" presName="horz1" presStyleCnt="0"/>
      <dgm:spPr/>
    </dgm:pt>
    <dgm:pt modelId="{C0C1093C-09DF-47AA-B6AC-819049D61EEE}" type="pres">
      <dgm:prSet presAssocID="{076D86FA-1498-4C51-8959-449A25DC7A4E}" presName="tx1" presStyleLbl="revTx" presStyleIdx="2" presStyleCnt="11"/>
      <dgm:spPr/>
    </dgm:pt>
    <dgm:pt modelId="{CE92158E-1A5B-42A2-83BE-7987376A568E}" type="pres">
      <dgm:prSet presAssocID="{076D86FA-1498-4C51-8959-449A25DC7A4E}" presName="vert1" presStyleCnt="0"/>
      <dgm:spPr/>
    </dgm:pt>
    <dgm:pt modelId="{2E5C4A82-B14B-47C7-A0AD-F672ED1CE39F}" type="pres">
      <dgm:prSet presAssocID="{017B369E-6B19-4009-987D-DA19D4097674}" presName="thickLine" presStyleLbl="alignNode1" presStyleIdx="3" presStyleCnt="11"/>
      <dgm:spPr/>
    </dgm:pt>
    <dgm:pt modelId="{05DF4964-7F39-41E4-BEFB-787D52D48AB2}" type="pres">
      <dgm:prSet presAssocID="{017B369E-6B19-4009-987D-DA19D4097674}" presName="horz1" presStyleCnt="0"/>
      <dgm:spPr/>
    </dgm:pt>
    <dgm:pt modelId="{E6B18DE5-E2CA-4D80-AF13-782E6ABB2719}" type="pres">
      <dgm:prSet presAssocID="{017B369E-6B19-4009-987D-DA19D4097674}" presName="tx1" presStyleLbl="revTx" presStyleIdx="3" presStyleCnt="11"/>
      <dgm:spPr/>
    </dgm:pt>
    <dgm:pt modelId="{8E4C1EAC-949F-47AF-A1AB-C3B3C2B05544}" type="pres">
      <dgm:prSet presAssocID="{017B369E-6B19-4009-987D-DA19D4097674}" presName="vert1" presStyleCnt="0"/>
      <dgm:spPr/>
    </dgm:pt>
    <dgm:pt modelId="{2A5255DF-A55D-45A3-9502-7CC95A343F64}" type="pres">
      <dgm:prSet presAssocID="{3549DD4A-BF3F-4F46-9BE1-996C3E47E896}" presName="thickLine" presStyleLbl="alignNode1" presStyleIdx="4" presStyleCnt="11"/>
      <dgm:spPr/>
    </dgm:pt>
    <dgm:pt modelId="{7F1C801F-5F1D-41E4-BF09-EC499AB12135}" type="pres">
      <dgm:prSet presAssocID="{3549DD4A-BF3F-4F46-9BE1-996C3E47E896}" presName="horz1" presStyleCnt="0"/>
      <dgm:spPr/>
    </dgm:pt>
    <dgm:pt modelId="{EF8B299A-3CA7-425F-8198-60BAB23533F3}" type="pres">
      <dgm:prSet presAssocID="{3549DD4A-BF3F-4F46-9BE1-996C3E47E896}" presName="tx1" presStyleLbl="revTx" presStyleIdx="4" presStyleCnt="11"/>
      <dgm:spPr/>
    </dgm:pt>
    <dgm:pt modelId="{2434F65C-691F-4DD8-AEC6-67BDFAD6FE2C}" type="pres">
      <dgm:prSet presAssocID="{3549DD4A-BF3F-4F46-9BE1-996C3E47E896}" presName="vert1" presStyleCnt="0"/>
      <dgm:spPr/>
    </dgm:pt>
    <dgm:pt modelId="{5A0703F6-2CC0-4EC9-B34D-9D8CC08B7F19}" type="pres">
      <dgm:prSet presAssocID="{C69070CE-9EA7-42BD-88FF-E0B62D9888EA}" presName="thickLine" presStyleLbl="alignNode1" presStyleIdx="5" presStyleCnt="11"/>
      <dgm:spPr/>
    </dgm:pt>
    <dgm:pt modelId="{EB95A8AE-A2FB-4978-8D7E-C8DC820C2DE8}" type="pres">
      <dgm:prSet presAssocID="{C69070CE-9EA7-42BD-88FF-E0B62D9888EA}" presName="horz1" presStyleCnt="0"/>
      <dgm:spPr/>
    </dgm:pt>
    <dgm:pt modelId="{AAA903DE-B750-4053-BF9E-3DFBE1253004}" type="pres">
      <dgm:prSet presAssocID="{C69070CE-9EA7-42BD-88FF-E0B62D9888EA}" presName="tx1" presStyleLbl="revTx" presStyleIdx="5" presStyleCnt="11"/>
      <dgm:spPr/>
    </dgm:pt>
    <dgm:pt modelId="{8505FDE4-6CD1-4895-B575-C8D0DCBBE1BC}" type="pres">
      <dgm:prSet presAssocID="{C69070CE-9EA7-42BD-88FF-E0B62D9888EA}" presName="vert1" presStyleCnt="0"/>
      <dgm:spPr/>
    </dgm:pt>
    <dgm:pt modelId="{FADB7A9C-B996-4405-9894-62FEA725C77D}" type="pres">
      <dgm:prSet presAssocID="{1BF970C3-D4A4-4056-96EA-7EB4AF59ED01}" presName="thickLine" presStyleLbl="alignNode1" presStyleIdx="6" presStyleCnt="11"/>
      <dgm:spPr/>
    </dgm:pt>
    <dgm:pt modelId="{F6A0C50A-32C2-4A79-8054-348D99244457}" type="pres">
      <dgm:prSet presAssocID="{1BF970C3-D4A4-4056-96EA-7EB4AF59ED01}" presName="horz1" presStyleCnt="0"/>
      <dgm:spPr/>
    </dgm:pt>
    <dgm:pt modelId="{C1232CBF-7D9F-4C5D-BC66-978ABFEC8AA6}" type="pres">
      <dgm:prSet presAssocID="{1BF970C3-D4A4-4056-96EA-7EB4AF59ED01}" presName="tx1" presStyleLbl="revTx" presStyleIdx="6" presStyleCnt="11"/>
      <dgm:spPr/>
    </dgm:pt>
    <dgm:pt modelId="{0E932269-9762-41EA-89A3-E5B715E92B3E}" type="pres">
      <dgm:prSet presAssocID="{1BF970C3-D4A4-4056-96EA-7EB4AF59ED01}" presName="vert1" presStyleCnt="0"/>
      <dgm:spPr/>
    </dgm:pt>
    <dgm:pt modelId="{E15E9AB3-DB42-417A-9ECC-1CC0ABF2B8B9}" type="pres">
      <dgm:prSet presAssocID="{C0D94E0D-08CB-4824-AA59-44B500C6BD9C}" presName="thickLine" presStyleLbl="alignNode1" presStyleIdx="7" presStyleCnt="11"/>
      <dgm:spPr/>
    </dgm:pt>
    <dgm:pt modelId="{697AFB62-1DFE-48BF-8357-6E7F3CD0F909}" type="pres">
      <dgm:prSet presAssocID="{C0D94E0D-08CB-4824-AA59-44B500C6BD9C}" presName="horz1" presStyleCnt="0"/>
      <dgm:spPr/>
    </dgm:pt>
    <dgm:pt modelId="{94D2A129-5EB1-464B-8B28-59BA13C4D600}" type="pres">
      <dgm:prSet presAssocID="{C0D94E0D-08CB-4824-AA59-44B500C6BD9C}" presName="tx1" presStyleLbl="revTx" presStyleIdx="7" presStyleCnt="11"/>
      <dgm:spPr/>
    </dgm:pt>
    <dgm:pt modelId="{AD24ECF4-8E5C-4F54-8336-53109A9D371E}" type="pres">
      <dgm:prSet presAssocID="{C0D94E0D-08CB-4824-AA59-44B500C6BD9C}" presName="vert1" presStyleCnt="0"/>
      <dgm:spPr/>
    </dgm:pt>
    <dgm:pt modelId="{2FB46174-778A-4700-927D-EC3E29B1D57C}" type="pres">
      <dgm:prSet presAssocID="{DCFD859A-B683-4C9F-BB55-BBF045C1AB7C}" presName="thickLine" presStyleLbl="alignNode1" presStyleIdx="8" presStyleCnt="11"/>
      <dgm:spPr/>
    </dgm:pt>
    <dgm:pt modelId="{082CF714-9658-4B02-B66B-2887A8FD6D35}" type="pres">
      <dgm:prSet presAssocID="{DCFD859A-B683-4C9F-BB55-BBF045C1AB7C}" presName="horz1" presStyleCnt="0"/>
      <dgm:spPr/>
    </dgm:pt>
    <dgm:pt modelId="{69C55C39-7B29-42CA-B9E7-105A2054F730}" type="pres">
      <dgm:prSet presAssocID="{DCFD859A-B683-4C9F-BB55-BBF045C1AB7C}" presName="tx1" presStyleLbl="revTx" presStyleIdx="8" presStyleCnt="11"/>
      <dgm:spPr/>
    </dgm:pt>
    <dgm:pt modelId="{D445A680-F04A-496E-852F-B8445DB20EBB}" type="pres">
      <dgm:prSet presAssocID="{DCFD859A-B683-4C9F-BB55-BBF045C1AB7C}" presName="vert1" presStyleCnt="0"/>
      <dgm:spPr/>
    </dgm:pt>
    <dgm:pt modelId="{A63A4974-4A35-4907-8FA0-EBCD96B0645D}" type="pres">
      <dgm:prSet presAssocID="{54ED66D3-8023-49EA-9E4B-902A17BF7037}" presName="thickLine" presStyleLbl="alignNode1" presStyleIdx="9" presStyleCnt="11"/>
      <dgm:spPr/>
    </dgm:pt>
    <dgm:pt modelId="{7EA2E21C-1F84-4543-8191-6A5D881BFD59}" type="pres">
      <dgm:prSet presAssocID="{54ED66D3-8023-49EA-9E4B-902A17BF7037}" presName="horz1" presStyleCnt="0"/>
      <dgm:spPr/>
    </dgm:pt>
    <dgm:pt modelId="{B72DC6FC-B209-430D-AB54-6DEEBB3BC1C4}" type="pres">
      <dgm:prSet presAssocID="{54ED66D3-8023-49EA-9E4B-902A17BF7037}" presName="tx1" presStyleLbl="revTx" presStyleIdx="9" presStyleCnt="11"/>
      <dgm:spPr/>
    </dgm:pt>
    <dgm:pt modelId="{BBDA0C3C-C8FC-41D7-B032-1805EE6F9471}" type="pres">
      <dgm:prSet presAssocID="{54ED66D3-8023-49EA-9E4B-902A17BF7037}" presName="vert1" presStyleCnt="0"/>
      <dgm:spPr/>
    </dgm:pt>
    <dgm:pt modelId="{ACE2BDCB-09AA-4D41-8896-5C5558AFA09F}" type="pres">
      <dgm:prSet presAssocID="{1734BB7C-5488-4B89-B0B2-3845865A70F9}" presName="thickLine" presStyleLbl="alignNode1" presStyleIdx="10" presStyleCnt="11"/>
      <dgm:spPr/>
    </dgm:pt>
    <dgm:pt modelId="{02035975-2685-4EF4-9974-ED5D455C9FDE}" type="pres">
      <dgm:prSet presAssocID="{1734BB7C-5488-4B89-B0B2-3845865A70F9}" presName="horz1" presStyleCnt="0"/>
      <dgm:spPr/>
    </dgm:pt>
    <dgm:pt modelId="{E879130E-2029-427A-8772-0D5864DAB1ED}" type="pres">
      <dgm:prSet presAssocID="{1734BB7C-5488-4B89-B0B2-3845865A70F9}" presName="tx1" presStyleLbl="revTx" presStyleIdx="10" presStyleCnt="11"/>
      <dgm:spPr/>
    </dgm:pt>
    <dgm:pt modelId="{C16A6EDC-9093-40CF-9833-31B863ABA97A}" type="pres">
      <dgm:prSet presAssocID="{1734BB7C-5488-4B89-B0B2-3845865A70F9}" presName="vert1" presStyleCnt="0"/>
      <dgm:spPr/>
    </dgm:pt>
  </dgm:ptLst>
  <dgm:cxnLst>
    <dgm:cxn modelId="{097E6C1B-1FF1-40D3-8F29-B250A86B6DB9}" srcId="{FB08F689-EA90-48DF-A42A-5E8EC21D8438}" destId="{017B369E-6B19-4009-987D-DA19D4097674}" srcOrd="3" destOrd="0" parTransId="{80D64B4A-E49B-41EA-AB5B-A87801BA02FB}" sibTransId="{D6F7CC28-7A41-4C23-86D5-7BF5FBFF635C}"/>
    <dgm:cxn modelId="{443BD91C-4431-4B67-9100-40F535CA28FD}" type="presOf" srcId="{C0D94E0D-08CB-4824-AA59-44B500C6BD9C}" destId="{94D2A129-5EB1-464B-8B28-59BA13C4D600}" srcOrd="0" destOrd="0" presId="urn:microsoft.com/office/officeart/2008/layout/LinedList"/>
    <dgm:cxn modelId="{B1BC7F2B-3495-4D32-B68F-F8341708B491}" srcId="{FB08F689-EA90-48DF-A42A-5E8EC21D8438}" destId="{3549DD4A-BF3F-4F46-9BE1-996C3E47E896}" srcOrd="4" destOrd="0" parTransId="{4DB9725C-3E24-47E6-A163-F93BD4E3F198}" sibTransId="{1D832B41-56A2-4B18-84B0-375880C82059}"/>
    <dgm:cxn modelId="{938F0A30-8A92-4E63-B2B5-1D4FB5FE6459}" srcId="{FB08F689-EA90-48DF-A42A-5E8EC21D8438}" destId="{ED88C55D-6746-43A2-BAA1-E14842C84C62}" srcOrd="0" destOrd="0" parTransId="{1859AE1C-1544-4B32-BDB4-EB532C2D78F1}" sibTransId="{D3FB877F-9523-463C-8373-F886AEAA02AF}"/>
    <dgm:cxn modelId="{E2339632-16AA-47C0-A6FC-2FFED5BA31AE}" srcId="{FB08F689-EA90-48DF-A42A-5E8EC21D8438}" destId="{1BF970C3-D4A4-4056-96EA-7EB4AF59ED01}" srcOrd="6" destOrd="0" parTransId="{B98CAC16-E23A-4D58-884A-2B4CDBB641FE}" sibTransId="{FB21BF2B-685C-4329-8B92-7BB30D3D3C12}"/>
    <dgm:cxn modelId="{C749EF32-FEC8-44CB-A0AB-76A512055142}" srcId="{FB08F689-EA90-48DF-A42A-5E8EC21D8438}" destId="{223E0CDE-7323-4E84-841D-DF6EB18F3949}" srcOrd="1" destOrd="0" parTransId="{0F4105B8-22F1-4277-AC9F-220F73D1CAC6}" sibTransId="{F0180D27-A97B-419B-8613-16C7D29B298B}"/>
    <dgm:cxn modelId="{C3237C46-5744-411C-839C-E2469C3D2E24}" srcId="{FB08F689-EA90-48DF-A42A-5E8EC21D8438}" destId="{C69070CE-9EA7-42BD-88FF-E0B62D9888EA}" srcOrd="5" destOrd="0" parTransId="{EE7E71CB-DAA0-4EA5-9AA1-9789D370D85A}" sibTransId="{61D0DE3A-C797-4E84-AD66-B95016418DC8}"/>
    <dgm:cxn modelId="{C3D82D70-98EE-4B6A-9F9D-FEB59EA25C1D}" type="presOf" srcId="{1734BB7C-5488-4B89-B0B2-3845865A70F9}" destId="{E879130E-2029-427A-8772-0D5864DAB1ED}" srcOrd="0" destOrd="0" presId="urn:microsoft.com/office/officeart/2008/layout/LinedList"/>
    <dgm:cxn modelId="{733A6753-D312-475A-819D-FF7A4D3F2929}" srcId="{FB08F689-EA90-48DF-A42A-5E8EC21D8438}" destId="{54ED66D3-8023-49EA-9E4B-902A17BF7037}" srcOrd="9" destOrd="0" parTransId="{F66AE715-021E-4A26-870D-98A1294661C6}" sibTransId="{FC257FA4-D276-4A8E-AF19-DD0A24A7F837}"/>
    <dgm:cxn modelId="{AD72BA7B-3BA8-4F9B-B227-29AFFC543C8F}" type="presOf" srcId="{FB08F689-EA90-48DF-A42A-5E8EC21D8438}" destId="{AF694C56-1ACC-4AAC-9FB1-A5127E03B517}" srcOrd="0" destOrd="0" presId="urn:microsoft.com/office/officeart/2008/layout/LinedList"/>
    <dgm:cxn modelId="{F4BC268A-6FF6-4BE2-9B5E-4042A9BA0771}" type="presOf" srcId="{ED88C55D-6746-43A2-BAA1-E14842C84C62}" destId="{53AF6AE1-F941-4EA4-ACF7-7345AF2F6CB1}" srcOrd="0" destOrd="0" presId="urn:microsoft.com/office/officeart/2008/layout/LinedList"/>
    <dgm:cxn modelId="{60C1F899-75CC-4979-8B08-B4317CCAFF7E}" type="presOf" srcId="{C69070CE-9EA7-42BD-88FF-E0B62D9888EA}" destId="{AAA903DE-B750-4053-BF9E-3DFBE1253004}" srcOrd="0" destOrd="0" presId="urn:microsoft.com/office/officeart/2008/layout/LinedList"/>
    <dgm:cxn modelId="{59D71AAB-98CE-440A-9498-FEA07055A32E}" type="presOf" srcId="{3549DD4A-BF3F-4F46-9BE1-996C3E47E896}" destId="{EF8B299A-3CA7-425F-8198-60BAB23533F3}" srcOrd="0" destOrd="0" presId="urn:microsoft.com/office/officeart/2008/layout/LinedList"/>
    <dgm:cxn modelId="{98B1C9AF-E081-4616-82E3-2179E178CB5E}" srcId="{FB08F689-EA90-48DF-A42A-5E8EC21D8438}" destId="{076D86FA-1498-4C51-8959-449A25DC7A4E}" srcOrd="2" destOrd="0" parTransId="{B5BB14F5-0A40-4A34-A346-8DDF2CCDAE6D}" sibTransId="{98CD1677-60BB-428A-8340-C1315D619221}"/>
    <dgm:cxn modelId="{A48CF5AF-5F00-43D9-AE43-C0D7001E488B}" type="presOf" srcId="{076D86FA-1498-4C51-8959-449A25DC7A4E}" destId="{C0C1093C-09DF-47AA-B6AC-819049D61EEE}" srcOrd="0" destOrd="0" presId="urn:microsoft.com/office/officeart/2008/layout/LinedList"/>
    <dgm:cxn modelId="{D45649B0-0530-479A-A0E4-BA1B756BAA7B}" type="presOf" srcId="{1BF970C3-D4A4-4056-96EA-7EB4AF59ED01}" destId="{C1232CBF-7D9F-4C5D-BC66-978ABFEC8AA6}" srcOrd="0" destOrd="0" presId="urn:microsoft.com/office/officeart/2008/layout/LinedList"/>
    <dgm:cxn modelId="{296204C4-6933-4194-B8D8-840A5E5829C6}" type="presOf" srcId="{54ED66D3-8023-49EA-9E4B-902A17BF7037}" destId="{B72DC6FC-B209-430D-AB54-6DEEBB3BC1C4}" srcOrd="0" destOrd="0" presId="urn:microsoft.com/office/officeart/2008/layout/LinedList"/>
    <dgm:cxn modelId="{E28E4AC6-13DD-443B-A7E8-8B16E557F4CD}" srcId="{FB08F689-EA90-48DF-A42A-5E8EC21D8438}" destId="{1734BB7C-5488-4B89-B0B2-3845865A70F9}" srcOrd="10" destOrd="0" parTransId="{11D8ED3C-F17A-45CE-8B80-C40A1042ED61}" sibTransId="{6BF064FC-7654-44B0-90BB-535984B3F493}"/>
    <dgm:cxn modelId="{5A5B3ECC-CDC1-45E3-943B-9D0EF202062B}" srcId="{FB08F689-EA90-48DF-A42A-5E8EC21D8438}" destId="{C0D94E0D-08CB-4824-AA59-44B500C6BD9C}" srcOrd="7" destOrd="0" parTransId="{0928BD45-6EF9-4556-83DC-C0537EB95F37}" sibTransId="{49F460B4-5E86-4F57-AF75-084981EF90F9}"/>
    <dgm:cxn modelId="{34C739CF-24A8-41E9-A7D7-1D05AA429186}" type="presOf" srcId="{017B369E-6B19-4009-987D-DA19D4097674}" destId="{E6B18DE5-E2CA-4D80-AF13-782E6ABB2719}" srcOrd="0" destOrd="0" presId="urn:microsoft.com/office/officeart/2008/layout/LinedList"/>
    <dgm:cxn modelId="{7E589CE6-16BC-4E32-99A1-1DCE6A3DAE96}" type="presOf" srcId="{223E0CDE-7323-4E84-841D-DF6EB18F3949}" destId="{5E5DBC57-E9CF-49DD-B8B7-F171D1546A59}" srcOrd="0" destOrd="0" presId="urn:microsoft.com/office/officeart/2008/layout/LinedList"/>
    <dgm:cxn modelId="{A954FCE8-E5D3-4BD1-A65C-B56BB898CA7B}" srcId="{FB08F689-EA90-48DF-A42A-5E8EC21D8438}" destId="{DCFD859A-B683-4C9F-BB55-BBF045C1AB7C}" srcOrd="8" destOrd="0" parTransId="{61EC18BA-9F02-490D-BBF1-D321506A1ECB}" sibTransId="{D4F74BC5-2476-4144-AEDB-373CCB79BD4F}"/>
    <dgm:cxn modelId="{D2A4BFFD-CA64-45A2-9E51-1592C151961E}" type="presOf" srcId="{DCFD859A-B683-4C9F-BB55-BBF045C1AB7C}" destId="{69C55C39-7B29-42CA-B9E7-105A2054F730}" srcOrd="0" destOrd="0" presId="urn:microsoft.com/office/officeart/2008/layout/LinedList"/>
    <dgm:cxn modelId="{78B147E1-22D2-4A3B-9CB4-D72693B54D2F}" type="presParOf" srcId="{AF694C56-1ACC-4AAC-9FB1-A5127E03B517}" destId="{9DD1AD60-D9BC-4B77-A519-0C9B90ABCCEC}" srcOrd="0" destOrd="0" presId="urn:microsoft.com/office/officeart/2008/layout/LinedList"/>
    <dgm:cxn modelId="{DCCB7128-571F-478B-B470-DC8832560DF0}" type="presParOf" srcId="{AF694C56-1ACC-4AAC-9FB1-A5127E03B517}" destId="{E1A70508-FD64-4FE0-9A41-8C5E4CCA3DA4}" srcOrd="1" destOrd="0" presId="urn:microsoft.com/office/officeart/2008/layout/LinedList"/>
    <dgm:cxn modelId="{7701611B-E4A6-4F8A-A3D3-FCA8E7D06AE0}" type="presParOf" srcId="{E1A70508-FD64-4FE0-9A41-8C5E4CCA3DA4}" destId="{53AF6AE1-F941-4EA4-ACF7-7345AF2F6CB1}" srcOrd="0" destOrd="0" presId="urn:microsoft.com/office/officeart/2008/layout/LinedList"/>
    <dgm:cxn modelId="{E43C15A5-13C0-4FEE-A5A5-726857732F31}" type="presParOf" srcId="{E1A70508-FD64-4FE0-9A41-8C5E4CCA3DA4}" destId="{58934187-E351-45AD-9981-4DF9B4A399C7}" srcOrd="1" destOrd="0" presId="urn:microsoft.com/office/officeart/2008/layout/LinedList"/>
    <dgm:cxn modelId="{B05914A0-1C62-4134-89A6-EE91FF9E6C42}" type="presParOf" srcId="{AF694C56-1ACC-4AAC-9FB1-A5127E03B517}" destId="{A6196196-4E39-4C67-8E47-EEF5ED314FB8}" srcOrd="2" destOrd="0" presId="urn:microsoft.com/office/officeart/2008/layout/LinedList"/>
    <dgm:cxn modelId="{7E1A33C6-755E-4E8F-8BA0-69B54A12F6FA}" type="presParOf" srcId="{AF694C56-1ACC-4AAC-9FB1-A5127E03B517}" destId="{8F5CCCCD-E678-4444-B5F1-6F9552CD9306}" srcOrd="3" destOrd="0" presId="urn:microsoft.com/office/officeart/2008/layout/LinedList"/>
    <dgm:cxn modelId="{2B801948-EE7B-44CE-B389-0E6D82AB8584}" type="presParOf" srcId="{8F5CCCCD-E678-4444-B5F1-6F9552CD9306}" destId="{5E5DBC57-E9CF-49DD-B8B7-F171D1546A59}" srcOrd="0" destOrd="0" presId="urn:microsoft.com/office/officeart/2008/layout/LinedList"/>
    <dgm:cxn modelId="{F456B030-D943-4C95-BC61-56CF186B7A76}" type="presParOf" srcId="{8F5CCCCD-E678-4444-B5F1-6F9552CD9306}" destId="{A51C0A71-31B8-4AC8-9805-9292457691C6}" srcOrd="1" destOrd="0" presId="urn:microsoft.com/office/officeart/2008/layout/LinedList"/>
    <dgm:cxn modelId="{77B3FA28-A865-4241-A533-29006B25AAAF}" type="presParOf" srcId="{AF694C56-1ACC-4AAC-9FB1-A5127E03B517}" destId="{C481A22F-1C0F-4F79-AFD1-50DB77197CE2}" srcOrd="4" destOrd="0" presId="urn:microsoft.com/office/officeart/2008/layout/LinedList"/>
    <dgm:cxn modelId="{977F6EF8-9EC0-48D7-8EAD-ACA989243A2C}" type="presParOf" srcId="{AF694C56-1ACC-4AAC-9FB1-A5127E03B517}" destId="{C1E0F69E-6BE3-47C9-809F-5EB23C7C95BD}" srcOrd="5" destOrd="0" presId="urn:microsoft.com/office/officeart/2008/layout/LinedList"/>
    <dgm:cxn modelId="{47429A90-3A23-42E9-809D-7F5F6FB17A48}" type="presParOf" srcId="{C1E0F69E-6BE3-47C9-809F-5EB23C7C95BD}" destId="{C0C1093C-09DF-47AA-B6AC-819049D61EEE}" srcOrd="0" destOrd="0" presId="urn:microsoft.com/office/officeart/2008/layout/LinedList"/>
    <dgm:cxn modelId="{C170204F-4EC5-4B5D-A51D-B423CBDEE673}" type="presParOf" srcId="{C1E0F69E-6BE3-47C9-809F-5EB23C7C95BD}" destId="{CE92158E-1A5B-42A2-83BE-7987376A568E}" srcOrd="1" destOrd="0" presId="urn:microsoft.com/office/officeart/2008/layout/LinedList"/>
    <dgm:cxn modelId="{C1AABACD-4816-4787-9FCF-2167EE0521A3}" type="presParOf" srcId="{AF694C56-1ACC-4AAC-9FB1-A5127E03B517}" destId="{2E5C4A82-B14B-47C7-A0AD-F672ED1CE39F}" srcOrd="6" destOrd="0" presId="urn:microsoft.com/office/officeart/2008/layout/LinedList"/>
    <dgm:cxn modelId="{B841978E-C1A8-4753-8B28-84103CE497AC}" type="presParOf" srcId="{AF694C56-1ACC-4AAC-9FB1-A5127E03B517}" destId="{05DF4964-7F39-41E4-BEFB-787D52D48AB2}" srcOrd="7" destOrd="0" presId="urn:microsoft.com/office/officeart/2008/layout/LinedList"/>
    <dgm:cxn modelId="{09312653-58F1-49C3-BD56-753597923D78}" type="presParOf" srcId="{05DF4964-7F39-41E4-BEFB-787D52D48AB2}" destId="{E6B18DE5-E2CA-4D80-AF13-782E6ABB2719}" srcOrd="0" destOrd="0" presId="urn:microsoft.com/office/officeart/2008/layout/LinedList"/>
    <dgm:cxn modelId="{D98057FB-6322-4782-85F1-8860E40662A5}" type="presParOf" srcId="{05DF4964-7F39-41E4-BEFB-787D52D48AB2}" destId="{8E4C1EAC-949F-47AF-A1AB-C3B3C2B05544}" srcOrd="1" destOrd="0" presId="urn:microsoft.com/office/officeart/2008/layout/LinedList"/>
    <dgm:cxn modelId="{36EA3CA8-5A6D-4686-B9DF-CEEF45C501FA}" type="presParOf" srcId="{AF694C56-1ACC-4AAC-9FB1-A5127E03B517}" destId="{2A5255DF-A55D-45A3-9502-7CC95A343F64}" srcOrd="8" destOrd="0" presId="urn:microsoft.com/office/officeart/2008/layout/LinedList"/>
    <dgm:cxn modelId="{44A04701-5229-4507-92B8-78CC85C21C4D}" type="presParOf" srcId="{AF694C56-1ACC-4AAC-9FB1-A5127E03B517}" destId="{7F1C801F-5F1D-41E4-BF09-EC499AB12135}" srcOrd="9" destOrd="0" presId="urn:microsoft.com/office/officeart/2008/layout/LinedList"/>
    <dgm:cxn modelId="{EFF8516E-9672-4E55-8446-C827F0F5B678}" type="presParOf" srcId="{7F1C801F-5F1D-41E4-BF09-EC499AB12135}" destId="{EF8B299A-3CA7-425F-8198-60BAB23533F3}" srcOrd="0" destOrd="0" presId="urn:microsoft.com/office/officeart/2008/layout/LinedList"/>
    <dgm:cxn modelId="{8502A610-71E7-415B-A5CA-56E48B98C5B0}" type="presParOf" srcId="{7F1C801F-5F1D-41E4-BF09-EC499AB12135}" destId="{2434F65C-691F-4DD8-AEC6-67BDFAD6FE2C}" srcOrd="1" destOrd="0" presId="urn:microsoft.com/office/officeart/2008/layout/LinedList"/>
    <dgm:cxn modelId="{0E3118CA-D970-479C-9733-52CC1EB892C5}" type="presParOf" srcId="{AF694C56-1ACC-4AAC-9FB1-A5127E03B517}" destId="{5A0703F6-2CC0-4EC9-B34D-9D8CC08B7F19}" srcOrd="10" destOrd="0" presId="urn:microsoft.com/office/officeart/2008/layout/LinedList"/>
    <dgm:cxn modelId="{42037EE1-C3CE-48C5-B852-18D8DB4EA8C9}" type="presParOf" srcId="{AF694C56-1ACC-4AAC-9FB1-A5127E03B517}" destId="{EB95A8AE-A2FB-4978-8D7E-C8DC820C2DE8}" srcOrd="11" destOrd="0" presId="urn:microsoft.com/office/officeart/2008/layout/LinedList"/>
    <dgm:cxn modelId="{A3F84BF5-CB5A-45AB-858C-7E94575E3F73}" type="presParOf" srcId="{EB95A8AE-A2FB-4978-8D7E-C8DC820C2DE8}" destId="{AAA903DE-B750-4053-BF9E-3DFBE1253004}" srcOrd="0" destOrd="0" presId="urn:microsoft.com/office/officeart/2008/layout/LinedList"/>
    <dgm:cxn modelId="{B872276C-9822-4BC4-80A3-1D33ED9BBDBD}" type="presParOf" srcId="{EB95A8AE-A2FB-4978-8D7E-C8DC820C2DE8}" destId="{8505FDE4-6CD1-4895-B575-C8D0DCBBE1BC}" srcOrd="1" destOrd="0" presId="urn:microsoft.com/office/officeart/2008/layout/LinedList"/>
    <dgm:cxn modelId="{D2BC6AD7-7266-464D-B312-86E83BF32413}" type="presParOf" srcId="{AF694C56-1ACC-4AAC-9FB1-A5127E03B517}" destId="{FADB7A9C-B996-4405-9894-62FEA725C77D}" srcOrd="12" destOrd="0" presId="urn:microsoft.com/office/officeart/2008/layout/LinedList"/>
    <dgm:cxn modelId="{DD474732-E0CF-4985-8AB3-9C9E0D472E43}" type="presParOf" srcId="{AF694C56-1ACC-4AAC-9FB1-A5127E03B517}" destId="{F6A0C50A-32C2-4A79-8054-348D99244457}" srcOrd="13" destOrd="0" presId="urn:microsoft.com/office/officeart/2008/layout/LinedList"/>
    <dgm:cxn modelId="{C5B16F5C-2BCD-4B88-BE37-DC150ABE202E}" type="presParOf" srcId="{F6A0C50A-32C2-4A79-8054-348D99244457}" destId="{C1232CBF-7D9F-4C5D-BC66-978ABFEC8AA6}" srcOrd="0" destOrd="0" presId="urn:microsoft.com/office/officeart/2008/layout/LinedList"/>
    <dgm:cxn modelId="{BF4281BC-8EA9-466E-91E4-532DBF537DC9}" type="presParOf" srcId="{F6A0C50A-32C2-4A79-8054-348D99244457}" destId="{0E932269-9762-41EA-89A3-E5B715E92B3E}" srcOrd="1" destOrd="0" presId="urn:microsoft.com/office/officeart/2008/layout/LinedList"/>
    <dgm:cxn modelId="{A4EC12BF-AC91-49B0-B15D-D3332DD65AB7}" type="presParOf" srcId="{AF694C56-1ACC-4AAC-9FB1-A5127E03B517}" destId="{E15E9AB3-DB42-417A-9ECC-1CC0ABF2B8B9}" srcOrd="14" destOrd="0" presId="urn:microsoft.com/office/officeart/2008/layout/LinedList"/>
    <dgm:cxn modelId="{2B0D8261-AA9D-4B6C-BFE6-33307E44816E}" type="presParOf" srcId="{AF694C56-1ACC-4AAC-9FB1-A5127E03B517}" destId="{697AFB62-1DFE-48BF-8357-6E7F3CD0F909}" srcOrd="15" destOrd="0" presId="urn:microsoft.com/office/officeart/2008/layout/LinedList"/>
    <dgm:cxn modelId="{1EF59460-E5D4-4219-80D6-DD1FE2AF8D20}" type="presParOf" srcId="{697AFB62-1DFE-48BF-8357-6E7F3CD0F909}" destId="{94D2A129-5EB1-464B-8B28-59BA13C4D600}" srcOrd="0" destOrd="0" presId="urn:microsoft.com/office/officeart/2008/layout/LinedList"/>
    <dgm:cxn modelId="{9CF2E5D3-561A-4874-9B65-7EF06837A50D}" type="presParOf" srcId="{697AFB62-1DFE-48BF-8357-6E7F3CD0F909}" destId="{AD24ECF4-8E5C-4F54-8336-53109A9D371E}" srcOrd="1" destOrd="0" presId="urn:microsoft.com/office/officeart/2008/layout/LinedList"/>
    <dgm:cxn modelId="{356B71CB-314C-442A-A88A-876CC463D8AD}" type="presParOf" srcId="{AF694C56-1ACC-4AAC-9FB1-A5127E03B517}" destId="{2FB46174-778A-4700-927D-EC3E29B1D57C}" srcOrd="16" destOrd="0" presId="urn:microsoft.com/office/officeart/2008/layout/LinedList"/>
    <dgm:cxn modelId="{8FDC6951-E493-442A-BFF9-07B07E37BB77}" type="presParOf" srcId="{AF694C56-1ACC-4AAC-9FB1-A5127E03B517}" destId="{082CF714-9658-4B02-B66B-2887A8FD6D35}" srcOrd="17" destOrd="0" presId="urn:microsoft.com/office/officeart/2008/layout/LinedList"/>
    <dgm:cxn modelId="{714CE43C-B94C-4B39-A3FC-E33370645D7D}" type="presParOf" srcId="{082CF714-9658-4B02-B66B-2887A8FD6D35}" destId="{69C55C39-7B29-42CA-B9E7-105A2054F730}" srcOrd="0" destOrd="0" presId="urn:microsoft.com/office/officeart/2008/layout/LinedList"/>
    <dgm:cxn modelId="{48FD7DE2-4E42-4CFB-80E2-6CFEFE02988E}" type="presParOf" srcId="{082CF714-9658-4B02-B66B-2887A8FD6D35}" destId="{D445A680-F04A-496E-852F-B8445DB20EBB}" srcOrd="1" destOrd="0" presId="urn:microsoft.com/office/officeart/2008/layout/LinedList"/>
    <dgm:cxn modelId="{C579EF94-20BD-4417-B669-533FC0D4548F}" type="presParOf" srcId="{AF694C56-1ACC-4AAC-9FB1-A5127E03B517}" destId="{A63A4974-4A35-4907-8FA0-EBCD96B0645D}" srcOrd="18" destOrd="0" presId="urn:microsoft.com/office/officeart/2008/layout/LinedList"/>
    <dgm:cxn modelId="{9D7D3351-EBEF-40D2-8231-17262BC0BAEB}" type="presParOf" srcId="{AF694C56-1ACC-4AAC-9FB1-A5127E03B517}" destId="{7EA2E21C-1F84-4543-8191-6A5D881BFD59}" srcOrd="19" destOrd="0" presId="urn:microsoft.com/office/officeart/2008/layout/LinedList"/>
    <dgm:cxn modelId="{CBDC1913-B0A9-481D-BE88-69F03CE06913}" type="presParOf" srcId="{7EA2E21C-1F84-4543-8191-6A5D881BFD59}" destId="{B72DC6FC-B209-430D-AB54-6DEEBB3BC1C4}" srcOrd="0" destOrd="0" presId="urn:microsoft.com/office/officeart/2008/layout/LinedList"/>
    <dgm:cxn modelId="{6BC41C55-C489-4928-8F3E-31A50CF6FF73}" type="presParOf" srcId="{7EA2E21C-1F84-4543-8191-6A5D881BFD59}" destId="{BBDA0C3C-C8FC-41D7-B032-1805EE6F9471}" srcOrd="1" destOrd="0" presId="urn:microsoft.com/office/officeart/2008/layout/LinedList"/>
    <dgm:cxn modelId="{B9307890-E4D5-4251-A071-DD86D9FF7C74}" type="presParOf" srcId="{AF694C56-1ACC-4AAC-9FB1-A5127E03B517}" destId="{ACE2BDCB-09AA-4D41-8896-5C5558AFA09F}" srcOrd="20" destOrd="0" presId="urn:microsoft.com/office/officeart/2008/layout/LinedList"/>
    <dgm:cxn modelId="{F6739B0D-16D3-4BF6-A554-47C17BE6612B}" type="presParOf" srcId="{AF694C56-1ACC-4AAC-9FB1-A5127E03B517}" destId="{02035975-2685-4EF4-9974-ED5D455C9FDE}" srcOrd="21" destOrd="0" presId="urn:microsoft.com/office/officeart/2008/layout/LinedList"/>
    <dgm:cxn modelId="{613D2392-0FFC-4566-85B9-97A8AB368469}" type="presParOf" srcId="{02035975-2685-4EF4-9974-ED5D455C9FDE}" destId="{E879130E-2029-427A-8772-0D5864DAB1ED}" srcOrd="0" destOrd="0" presId="urn:microsoft.com/office/officeart/2008/layout/LinedList"/>
    <dgm:cxn modelId="{DA99A99A-B3ED-4FE7-A876-2F7C45430871}" type="presParOf" srcId="{02035975-2685-4EF4-9974-ED5D455C9FDE}" destId="{C16A6EDC-9093-40CF-9833-31B863ABA97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696444-94CE-4CAD-8C46-DECE3EF73DD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EF5E56-9934-4490-9700-F48656872383}">
      <dgm:prSet/>
      <dgm:spPr/>
      <dgm:t>
        <a:bodyPr/>
        <a:lstStyle/>
        <a:p>
          <a:r>
            <a:rPr lang="en-US" dirty="0"/>
            <a:t>Business Problem Overview: At JAF Bank, borrower risk evaluation and loan approval decisions have traditionally relied on manual assessments and rule-based credit scoring systems.</a:t>
          </a:r>
        </a:p>
      </dgm:t>
    </dgm:pt>
    <dgm:pt modelId="{22A57DA8-594D-4A37-AE64-377F66DFFE0C}" type="parTrans" cxnId="{107B67CB-FF18-4B9F-9605-7F3E7712E0B0}">
      <dgm:prSet/>
      <dgm:spPr/>
      <dgm:t>
        <a:bodyPr/>
        <a:lstStyle/>
        <a:p>
          <a:endParaRPr lang="en-US"/>
        </a:p>
      </dgm:t>
    </dgm:pt>
    <dgm:pt modelId="{9128146E-640B-465A-8D0C-4BDE87D13995}" type="sibTrans" cxnId="{107B67CB-FF18-4B9F-9605-7F3E7712E0B0}">
      <dgm:prSet/>
      <dgm:spPr/>
      <dgm:t>
        <a:bodyPr/>
        <a:lstStyle/>
        <a:p>
          <a:endParaRPr lang="en-US"/>
        </a:p>
      </dgm:t>
    </dgm:pt>
    <dgm:pt modelId="{1A89E1E1-4B28-4454-80F6-537FE3CE48E7}">
      <dgm:prSet/>
      <dgm:spPr/>
      <dgm:t>
        <a:bodyPr/>
        <a:lstStyle/>
        <a:p>
          <a:r>
            <a:rPr lang="en-US" dirty="0"/>
            <a:t>Limitations of Rule-based Systems:</a:t>
          </a:r>
        </a:p>
      </dgm:t>
    </dgm:pt>
    <dgm:pt modelId="{CADF3C6D-D005-4CA1-85C6-F56D7D7DD950}" type="parTrans" cxnId="{72233596-6253-4D3E-82D7-AD6D7DE4F6CA}">
      <dgm:prSet/>
      <dgm:spPr/>
      <dgm:t>
        <a:bodyPr/>
        <a:lstStyle/>
        <a:p>
          <a:endParaRPr lang="en-US"/>
        </a:p>
      </dgm:t>
    </dgm:pt>
    <dgm:pt modelId="{E0626F86-897B-4F0C-BD25-5977C2EB6497}" type="sibTrans" cxnId="{72233596-6253-4D3E-82D7-AD6D7DE4F6CA}">
      <dgm:prSet/>
      <dgm:spPr/>
      <dgm:t>
        <a:bodyPr/>
        <a:lstStyle/>
        <a:p>
          <a:endParaRPr lang="en-US"/>
        </a:p>
      </dgm:t>
    </dgm:pt>
    <dgm:pt modelId="{6D7D7AE9-E565-40E6-BEB2-6434E9C8A00A}">
      <dgm:prSet/>
      <dgm:spPr/>
      <dgm:t>
        <a:bodyPr/>
        <a:lstStyle/>
        <a:p>
          <a:r>
            <a:rPr lang="en-US"/>
            <a:t>- Time-consuming</a:t>
          </a:r>
        </a:p>
      </dgm:t>
    </dgm:pt>
    <dgm:pt modelId="{A2B8D3B2-99E5-4CF2-81D4-D39CD2E64F8B}" type="parTrans" cxnId="{7E97B577-1AED-4F3F-9DCB-E00AED92C966}">
      <dgm:prSet/>
      <dgm:spPr/>
      <dgm:t>
        <a:bodyPr/>
        <a:lstStyle/>
        <a:p>
          <a:endParaRPr lang="en-US"/>
        </a:p>
      </dgm:t>
    </dgm:pt>
    <dgm:pt modelId="{AC780F3C-C0B6-4F35-A7C3-F9983AE26B7C}" type="sibTrans" cxnId="{7E97B577-1AED-4F3F-9DCB-E00AED92C966}">
      <dgm:prSet/>
      <dgm:spPr/>
      <dgm:t>
        <a:bodyPr/>
        <a:lstStyle/>
        <a:p>
          <a:endParaRPr lang="en-US"/>
        </a:p>
      </dgm:t>
    </dgm:pt>
    <dgm:pt modelId="{03A680AD-A57A-45E0-88DC-E3D7C069E2CD}">
      <dgm:prSet/>
      <dgm:spPr/>
      <dgm:t>
        <a:bodyPr/>
        <a:lstStyle/>
        <a:p>
          <a:r>
            <a:rPr lang="en-US"/>
            <a:t>- Rigid and inflexible</a:t>
          </a:r>
        </a:p>
      </dgm:t>
    </dgm:pt>
    <dgm:pt modelId="{9A6DAF26-C19E-4ACF-8449-2008B6DC60AB}" type="parTrans" cxnId="{6137C38D-D3F3-4686-A109-01F38A2320A8}">
      <dgm:prSet/>
      <dgm:spPr/>
      <dgm:t>
        <a:bodyPr/>
        <a:lstStyle/>
        <a:p>
          <a:endParaRPr lang="en-US"/>
        </a:p>
      </dgm:t>
    </dgm:pt>
    <dgm:pt modelId="{8585F5BD-A4D8-491C-991D-6473C506BD06}" type="sibTrans" cxnId="{6137C38D-D3F3-4686-A109-01F38A2320A8}">
      <dgm:prSet/>
      <dgm:spPr/>
      <dgm:t>
        <a:bodyPr/>
        <a:lstStyle/>
        <a:p>
          <a:endParaRPr lang="en-US"/>
        </a:p>
      </dgm:t>
    </dgm:pt>
    <dgm:pt modelId="{A99A81AA-F030-4501-BB1B-4C161CDE80DF}">
      <dgm:prSet/>
      <dgm:spPr/>
      <dgm:t>
        <a:bodyPr/>
        <a:lstStyle/>
        <a:p>
          <a:r>
            <a:rPr lang="en-US"/>
            <a:t>- Ignores complex interactions</a:t>
          </a:r>
        </a:p>
      </dgm:t>
    </dgm:pt>
    <dgm:pt modelId="{6386BA02-AE34-471F-8B0E-56912B58E6F0}" type="parTrans" cxnId="{DC1DB21D-439B-48E4-98C7-BCB3D8A9B5B9}">
      <dgm:prSet/>
      <dgm:spPr/>
      <dgm:t>
        <a:bodyPr/>
        <a:lstStyle/>
        <a:p>
          <a:endParaRPr lang="en-US"/>
        </a:p>
      </dgm:t>
    </dgm:pt>
    <dgm:pt modelId="{01C0EF08-7506-4DBB-81FD-C7217563B3E2}" type="sibTrans" cxnId="{DC1DB21D-439B-48E4-98C7-BCB3D8A9B5B9}">
      <dgm:prSet/>
      <dgm:spPr/>
      <dgm:t>
        <a:bodyPr/>
        <a:lstStyle/>
        <a:p>
          <a:endParaRPr lang="en-US"/>
        </a:p>
      </dgm:t>
    </dgm:pt>
    <dgm:pt modelId="{138ECE25-F3E2-468C-9D57-82275749E81B}">
      <dgm:prSet/>
      <dgm:spPr/>
      <dgm:t>
        <a:bodyPr/>
        <a:lstStyle/>
        <a:p>
          <a:r>
            <a:rPr lang="en-US"/>
            <a:t>- Prone to bias</a:t>
          </a:r>
        </a:p>
      </dgm:t>
    </dgm:pt>
    <dgm:pt modelId="{3A57BF1E-6119-4D77-A1A8-E9D51AEAF1D4}" type="parTrans" cxnId="{69491C94-E903-4F6F-A6E2-B7433C496D2E}">
      <dgm:prSet/>
      <dgm:spPr/>
      <dgm:t>
        <a:bodyPr/>
        <a:lstStyle/>
        <a:p>
          <a:endParaRPr lang="en-US"/>
        </a:p>
      </dgm:t>
    </dgm:pt>
    <dgm:pt modelId="{516DEC51-3C62-48ED-9786-6FDA85C8CF16}" type="sibTrans" cxnId="{69491C94-E903-4F6F-A6E2-B7433C496D2E}">
      <dgm:prSet/>
      <dgm:spPr/>
      <dgm:t>
        <a:bodyPr/>
        <a:lstStyle/>
        <a:p>
          <a:endParaRPr lang="en-US"/>
        </a:p>
      </dgm:t>
    </dgm:pt>
    <dgm:pt modelId="{10BB86BC-1E7C-43D0-B50D-508D45DE2000}">
      <dgm:prSet/>
      <dgm:spPr/>
      <dgm:t>
        <a:bodyPr/>
        <a:lstStyle/>
        <a:p>
          <a:r>
            <a:rPr lang="en-US"/>
            <a:t>- Not predictive</a:t>
          </a:r>
        </a:p>
      </dgm:t>
    </dgm:pt>
    <dgm:pt modelId="{9E0938A6-996A-49CC-A041-F9685C3EDBC9}" type="parTrans" cxnId="{859B247F-0914-4C60-BDB6-053DFA331473}">
      <dgm:prSet/>
      <dgm:spPr/>
      <dgm:t>
        <a:bodyPr/>
        <a:lstStyle/>
        <a:p>
          <a:endParaRPr lang="en-US"/>
        </a:p>
      </dgm:t>
    </dgm:pt>
    <dgm:pt modelId="{8EEE1AFC-AA5F-4A52-9D20-1AA4D322666C}" type="sibTrans" cxnId="{859B247F-0914-4C60-BDB6-053DFA331473}">
      <dgm:prSet/>
      <dgm:spPr/>
      <dgm:t>
        <a:bodyPr/>
        <a:lstStyle/>
        <a:p>
          <a:endParaRPr lang="en-US"/>
        </a:p>
      </dgm:t>
    </dgm:pt>
    <dgm:pt modelId="{4380B707-AC21-42EB-97E3-4516A8CA1CA5}" type="pres">
      <dgm:prSet presAssocID="{CB696444-94CE-4CAD-8C46-DECE3EF73DD6}" presName="Name0" presStyleCnt="0">
        <dgm:presLayoutVars>
          <dgm:dir/>
          <dgm:animLvl val="lvl"/>
          <dgm:resizeHandles val="exact"/>
        </dgm:presLayoutVars>
      </dgm:prSet>
      <dgm:spPr/>
    </dgm:pt>
    <dgm:pt modelId="{4390B4CC-9F69-4B31-866B-5209AD4C3307}" type="pres">
      <dgm:prSet presAssocID="{1A89E1E1-4B28-4454-80F6-537FE3CE48E7}" presName="boxAndChildren" presStyleCnt="0"/>
      <dgm:spPr/>
    </dgm:pt>
    <dgm:pt modelId="{E43B82DD-AD2E-4E05-81F3-C59524798AFB}" type="pres">
      <dgm:prSet presAssocID="{1A89E1E1-4B28-4454-80F6-537FE3CE48E7}" presName="parentTextBox" presStyleLbl="node1" presStyleIdx="0" presStyleCnt="2"/>
      <dgm:spPr/>
    </dgm:pt>
    <dgm:pt modelId="{CF3A2246-7DD6-4567-9FD1-969638FF1E8D}" type="pres">
      <dgm:prSet presAssocID="{1A89E1E1-4B28-4454-80F6-537FE3CE48E7}" presName="entireBox" presStyleLbl="node1" presStyleIdx="0" presStyleCnt="2"/>
      <dgm:spPr/>
    </dgm:pt>
    <dgm:pt modelId="{A1980FAA-2AB0-47C6-953E-CCBF575FE136}" type="pres">
      <dgm:prSet presAssocID="{1A89E1E1-4B28-4454-80F6-537FE3CE48E7}" presName="descendantBox" presStyleCnt="0"/>
      <dgm:spPr/>
    </dgm:pt>
    <dgm:pt modelId="{BC1175B2-9307-4BCE-BB0E-8CC8FADCC86E}" type="pres">
      <dgm:prSet presAssocID="{6D7D7AE9-E565-40E6-BEB2-6434E9C8A00A}" presName="childTextBox" presStyleLbl="fgAccFollowNode1" presStyleIdx="0" presStyleCnt="5">
        <dgm:presLayoutVars>
          <dgm:bulletEnabled val="1"/>
        </dgm:presLayoutVars>
      </dgm:prSet>
      <dgm:spPr/>
    </dgm:pt>
    <dgm:pt modelId="{7ADEB130-8F59-40C1-8849-1D93B8B30A59}" type="pres">
      <dgm:prSet presAssocID="{03A680AD-A57A-45E0-88DC-E3D7C069E2CD}" presName="childTextBox" presStyleLbl="fgAccFollowNode1" presStyleIdx="1" presStyleCnt="5">
        <dgm:presLayoutVars>
          <dgm:bulletEnabled val="1"/>
        </dgm:presLayoutVars>
      </dgm:prSet>
      <dgm:spPr/>
    </dgm:pt>
    <dgm:pt modelId="{D8DE8071-D39B-43C4-8415-30DFD8073360}" type="pres">
      <dgm:prSet presAssocID="{A99A81AA-F030-4501-BB1B-4C161CDE80DF}" presName="childTextBox" presStyleLbl="fgAccFollowNode1" presStyleIdx="2" presStyleCnt="5">
        <dgm:presLayoutVars>
          <dgm:bulletEnabled val="1"/>
        </dgm:presLayoutVars>
      </dgm:prSet>
      <dgm:spPr/>
    </dgm:pt>
    <dgm:pt modelId="{BFCC5C46-C00A-400E-AA0E-8113CB0AD1E6}" type="pres">
      <dgm:prSet presAssocID="{138ECE25-F3E2-468C-9D57-82275749E81B}" presName="childTextBox" presStyleLbl="fgAccFollowNode1" presStyleIdx="3" presStyleCnt="5">
        <dgm:presLayoutVars>
          <dgm:bulletEnabled val="1"/>
        </dgm:presLayoutVars>
      </dgm:prSet>
      <dgm:spPr/>
    </dgm:pt>
    <dgm:pt modelId="{4BA3CA77-2DDB-4F72-B604-23134FF2A985}" type="pres">
      <dgm:prSet presAssocID="{10BB86BC-1E7C-43D0-B50D-508D45DE2000}" presName="childTextBox" presStyleLbl="fgAccFollowNode1" presStyleIdx="4" presStyleCnt="5">
        <dgm:presLayoutVars>
          <dgm:bulletEnabled val="1"/>
        </dgm:presLayoutVars>
      </dgm:prSet>
      <dgm:spPr/>
    </dgm:pt>
    <dgm:pt modelId="{5406E111-E051-45ED-8C2D-2C1B29973A7D}" type="pres">
      <dgm:prSet presAssocID="{9128146E-640B-465A-8D0C-4BDE87D13995}" presName="sp" presStyleCnt="0"/>
      <dgm:spPr/>
    </dgm:pt>
    <dgm:pt modelId="{61D05C9C-BF2A-4897-BA6C-724C5440E360}" type="pres">
      <dgm:prSet presAssocID="{ADEF5E56-9934-4490-9700-F48656872383}" presName="arrowAndChildren" presStyleCnt="0"/>
      <dgm:spPr/>
    </dgm:pt>
    <dgm:pt modelId="{EB876622-2368-487F-8D90-117BDB0EFAF4}" type="pres">
      <dgm:prSet presAssocID="{ADEF5E56-9934-4490-9700-F48656872383}" presName="parentTextArrow" presStyleLbl="node1" presStyleIdx="1" presStyleCnt="2"/>
      <dgm:spPr/>
    </dgm:pt>
  </dgm:ptLst>
  <dgm:cxnLst>
    <dgm:cxn modelId="{8408B802-B03C-43CB-A98C-37DD35B25D55}" type="presOf" srcId="{1A89E1E1-4B28-4454-80F6-537FE3CE48E7}" destId="{E43B82DD-AD2E-4E05-81F3-C59524798AFB}" srcOrd="0" destOrd="0" presId="urn:microsoft.com/office/officeart/2005/8/layout/process4"/>
    <dgm:cxn modelId="{B0E4F604-7604-4B0C-9673-12E2C0060FE8}" type="presOf" srcId="{138ECE25-F3E2-468C-9D57-82275749E81B}" destId="{BFCC5C46-C00A-400E-AA0E-8113CB0AD1E6}" srcOrd="0" destOrd="0" presId="urn:microsoft.com/office/officeart/2005/8/layout/process4"/>
    <dgm:cxn modelId="{BF2C8909-8C47-4A09-8120-FE671898A3A1}" type="presOf" srcId="{1A89E1E1-4B28-4454-80F6-537FE3CE48E7}" destId="{CF3A2246-7DD6-4567-9FD1-969638FF1E8D}" srcOrd="1" destOrd="0" presId="urn:microsoft.com/office/officeart/2005/8/layout/process4"/>
    <dgm:cxn modelId="{DC1DB21D-439B-48E4-98C7-BCB3D8A9B5B9}" srcId="{1A89E1E1-4B28-4454-80F6-537FE3CE48E7}" destId="{A99A81AA-F030-4501-BB1B-4C161CDE80DF}" srcOrd="2" destOrd="0" parTransId="{6386BA02-AE34-471F-8B0E-56912B58E6F0}" sibTransId="{01C0EF08-7506-4DBB-81FD-C7217563B3E2}"/>
    <dgm:cxn modelId="{64737E60-D2E2-4B79-9689-D7D2921A4DBF}" type="presOf" srcId="{ADEF5E56-9934-4490-9700-F48656872383}" destId="{EB876622-2368-487F-8D90-117BDB0EFAF4}" srcOrd="0" destOrd="0" presId="urn:microsoft.com/office/officeart/2005/8/layout/process4"/>
    <dgm:cxn modelId="{6EB9924B-9ADE-4460-8521-A61431349DE7}" type="presOf" srcId="{10BB86BC-1E7C-43D0-B50D-508D45DE2000}" destId="{4BA3CA77-2DDB-4F72-B604-23134FF2A985}" srcOrd="0" destOrd="0" presId="urn:microsoft.com/office/officeart/2005/8/layout/process4"/>
    <dgm:cxn modelId="{7E97B577-1AED-4F3F-9DCB-E00AED92C966}" srcId="{1A89E1E1-4B28-4454-80F6-537FE3CE48E7}" destId="{6D7D7AE9-E565-40E6-BEB2-6434E9C8A00A}" srcOrd="0" destOrd="0" parTransId="{A2B8D3B2-99E5-4CF2-81D4-D39CD2E64F8B}" sibTransId="{AC780F3C-C0B6-4F35-A7C3-F9983AE26B7C}"/>
    <dgm:cxn modelId="{859B247F-0914-4C60-BDB6-053DFA331473}" srcId="{1A89E1E1-4B28-4454-80F6-537FE3CE48E7}" destId="{10BB86BC-1E7C-43D0-B50D-508D45DE2000}" srcOrd="4" destOrd="0" parTransId="{9E0938A6-996A-49CC-A041-F9685C3EDBC9}" sibTransId="{8EEE1AFC-AA5F-4A52-9D20-1AA4D322666C}"/>
    <dgm:cxn modelId="{6137C38D-D3F3-4686-A109-01F38A2320A8}" srcId="{1A89E1E1-4B28-4454-80F6-537FE3CE48E7}" destId="{03A680AD-A57A-45E0-88DC-E3D7C069E2CD}" srcOrd="1" destOrd="0" parTransId="{9A6DAF26-C19E-4ACF-8449-2008B6DC60AB}" sibTransId="{8585F5BD-A4D8-491C-991D-6473C506BD06}"/>
    <dgm:cxn modelId="{69491C94-E903-4F6F-A6E2-B7433C496D2E}" srcId="{1A89E1E1-4B28-4454-80F6-537FE3CE48E7}" destId="{138ECE25-F3E2-468C-9D57-82275749E81B}" srcOrd="3" destOrd="0" parTransId="{3A57BF1E-6119-4D77-A1A8-E9D51AEAF1D4}" sibTransId="{516DEC51-3C62-48ED-9786-6FDA85C8CF16}"/>
    <dgm:cxn modelId="{72233596-6253-4D3E-82D7-AD6D7DE4F6CA}" srcId="{CB696444-94CE-4CAD-8C46-DECE3EF73DD6}" destId="{1A89E1E1-4B28-4454-80F6-537FE3CE48E7}" srcOrd="1" destOrd="0" parTransId="{CADF3C6D-D005-4CA1-85C6-F56D7D7DD950}" sibTransId="{E0626F86-897B-4F0C-BD25-5977C2EB6497}"/>
    <dgm:cxn modelId="{5E38AC9B-A249-46BF-A03F-7B6F92A3FD6C}" type="presOf" srcId="{6D7D7AE9-E565-40E6-BEB2-6434E9C8A00A}" destId="{BC1175B2-9307-4BCE-BB0E-8CC8FADCC86E}" srcOrd="0" destOrd="0" presId="urn:microsoft.com/office/officeart/2005/8/layout/process4"/>
    <dgm:cxn modelId="{D2B71FA8-2762-4B52-8571-F6963CC91134}" type="presOf" srcId="{CB696444-94CE-4CAD-8C46-DECE3EF73DD6}" destId="{4380B707-AC21-42EB-97E3-4516A8CA1CA5}" srcOrd="0" destOrd="0" presId="urn:microsoft.com/office/officeart/2005/8/layout/process4"/>
    <dgm:cxn modelId="{CDFAAFC8-F133-4ACB-B3A1-25476BA295E2}" type="presOf" srcId="{A99A81AA-F030-4501-BB1B-4C161CDE80DF}" destId="{D8DE8071-D39B-43C4-8415-30DFD8073360}" srcOrd="0" destOrd="0" presId="urn:microsoft.com/office/officeart/2005/8/layout/process4"/>
    <dgm:cxn modelId="{107B67CB-FF18-4B9F-9605-7F3E7712E0B0}" srcId="{CB696444-94CE-4CAD-8C46-DECE3EF73DD6}" destId="{ADEF5E56-9934-4490-9700-F48656872383}" srcOrd="0" destOrd="0" parTransId="{22A57DA8-594D-4A37-AE64-377F66DFFE0C}" sibTransId="{9128146E-640B-465A-8D0C-4BDE87D13995}"/>
    <dgm:cxn modelId="{B9C4A4D7-F15B-4913-B0A4-C512F779F1F0}" type="presOf" srcId="{03A680AD-A57A-45E0-88DC-E3D7C069E2CD}" destId="{7ADEB130-8F59-40C1-8849-1D93B8B30A59}" srcOrd="0" destOrd="0" presId="urn:microsoft.com/office/officeart/2005/8/layout/process4"/>
    <dgm:cxn modelId="{3D3C562C-328C-4CFF-88BA-217A454EF2EA}" type="presParOf" srcId="{4380B707-AC21-42EB-97E3-4516A8CA1CA5}" destId="{4390B4CC-9F69-4B31-866B-5209AD4C3307}" srcOrd="0" destOrd="0" presId="urn:microsoft.com/office/officeart/2005/8/layout/process4"/>
    <dgm:cxn modelId="{037BA419-6D4B-47FB-BA25-458FB1F534C0}" type="presParOf" srcId="{4390B4CC-9F69-4B31-866B-5209AD4C3307}" destId="{E43B82DD-AD2E-4E05-81F3-C59524798AFB}" srcOrd="0" destOrd="0" presId="urn:microsoft.com/office/officeart/2005/8/layout/process4"/>
    <dgm:cxn modelId="{D262854A-10CD-45AA-AD6B-884773E7E280}" type="presParOf" srcId="{4390B4CC-9F69-4B31-866B-5209AD4C3307}" destId="{CF3A2246-7DD6-4567-9FD1-969638FF1E8D}" srcOrd="1" destOrd="0" presId="urn:microsoft.com/office/officeart/2005/8/layout/process4"/>
    <dgm:cxn modelId="{8685B9E2-2AAE-4776-A0D8-F851DB5A5F07}" type="presParOf" srcId="{4390B4CC-9F69-4B31-866B-5209AD4C3307}" destId="{A1980FAA-2AB0-47C6-953E-CCBF575FE136}" srcOrd="2" destOrd="0" presId="urn:microsoft.com/office/officeart/2005/8/layout/process4"/>
    <dgm:cxn modelId="{FF991C1D-DAE1-4B0E-BF13-598F221D7401}" type="presParOf" srcId="{A1980FAA-2AB0-47C6-953E-CCBF575FE136}" destId="{BC1175B2-9307-4BCE-BB0E-8CC8FADCC86E}" srcOrd="0" destOrd="0" presId="urn:microsoft.com/office/officeart/2005/8/layout/process4"/>
    <dgm:cxn modelId="{6A8BA3C1-B697-476E-9969-D1EC917601A2}" type="presParOf" srcId="{A1980FAA-2AB0-47C6-953E-CCBF575FE136}" destId="{7ADEB130-8F59-40C1-8849-1D93B8B30A59}" srcOrd="1" destOrd="0" presId="urn:microsoft.com/office/officeart/2005/8/layout/process4"/>
    <dgm:cxn modelId="{16E9292C-6B24-4EF6-ACA1-D320D89E79FC}" type="presParOf" srcId="{A1980FAA-2AB0-47C6-953E-CCBF575FE136}" destId="{D8DE8071-D39B-43C4-8415-30DFD8073360}" srcOrd="2" destOrd="0" presId="urn:microsoft.com/office/officeart/2005/8/layout/process4"/>
    <dgm:cxn modelId="{34A3DEF4-B257-4C62-A0F2-AD038ABA40F2}" type="presParOf" srcId="{A1980FAA-2AB0-47C6-953E-CCBF575FE136}" destId="{BFCC5C46-C00A-400E-AA0E-8113CB0AD1E6}" srcOrd="3" destOrd="0" presId="urn:microsoft.com/office/officeart/2005/8/layout/process4"/>
    <dgm:cxn modelId="{A61C9447-C5E2-4DB1-9835-DFC9044ACE76}" type="presParOf" srcId="{A1980FAA-2AB0-47C6-953E-CCBF575FE136}" destId="{4BA3CA77-2DDB-4F72-B604-23134FF2A985}" srcOrd="4" destOrd="0" presId="urn:microsoft.com/office/officeart/2005/8/layout/process4"/>
    <dgm:cxn modelId="{13BBE63B-1879-4BF0-B884-2BEFA3F60888}" type="presParOf" srcId="{4380B707-AC21-42EB-97E3-4516A8CA1CA5}" destId="{5406E111-E051-45ED-8C2D-2C1B29973A7D}" srcOrd="1" destOrd="0" presId="urn:microsoft.com/office/officeart/2005/8/layout/process4"/>
    <dgm:cxn modelId="{4D6C9A44-A69C-4E07-90C2-B344E71B5B28}" type="presParOf" srcId="{4380B707-AC21-42EB-97E3-4516A8CA1CA5}" destId="{61D05C9C-BF2A-4897-BA6C-724C5440E360}" srcOrd="2" destOrd="0" presId="urn:microsoft.com/office/officeart/2005/8/layout/process4"/>
    <dgm:cxn modelId="{2891BB4E-EFDD-4F06-9B96-D529C87237FE}" type="presParOf" srcId="{61D05C9C-BF2A-4897-BA6C-724C5440E360}" destId="{EB876622-2368-487F-8D90-117BDB0EFAF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3CBF08-6C02-440E-94AB-8F1AADEBF34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ABEB0B-7098-4E06-A045-027B4214B26E}">
      <dgm:prSet/>
      <dgm:spPr/>
      <dgm:t>
        <a:bodyPr/>
        <a:lstStyle/>
        <a:p>
          <a:pPr>
            <a:defRPr cap="all"/>
          </a:pPr>
          <a:r>
            <a:rPr lang="en-US" dirty="0"/>
            <a:t>Use data processing techniques to ensure model-ready data (Outlier handling, inflation adjustment, encoding).</a:t>
          </a:r>
        </a:p>
      </dgm:t>
    </dgm:pt>
    <dgm:pt modelId="{5EC3FFBB-B6F9-4FD9-89D0-EBBF8D268AC0}" type="parTrans" cxnId="{7D83DECE-82D0-4489-AC45-466CDE3DD8AB}">
      <dgm:prSet/>
      <dgm:spPr/>
      <dgm:t>
        <a:bodyPr/>
        <a:lstStyle/>
        <a:p>
          <a:endParaRPr lang="en-US"/>
        </a:p>
      </dgm:t>
    </dgm:pt>
    <dgm:pt modelId="{09BDC0F5-EB86-483B-B434-2E84864F4A87}" type="sibTrans" cxnId="{7D83DECE-82D0-4489-AC45-466CDE3DD8AB}">
      <dgm:prSet/>
      <dgm:spPr/>
      <dgm:t>
        <a:bodyPr/>
        <a:lstStyle/>
        <a:p>
          <a:endParaRPr lang="en-US"/>
        </a:p>
      </dgm:t>
    </dgm:pt>
    <dgm:pt modelId="{3A3AE50C-84A2-4837-BCF2-B39ACEDFCA54}">
      <dgm:prSet/>
      <dgm:spPr/>
      <dgm:t>
        <a:bodyPr/>
        <a:lstStyle/>
        <a:p>
          <a:pPr>
            <a:defRPr cap="all"/>
          </a:pPr>
          <a:r>
            <a:rPr lang="en-US" dirty="0"/>
            <a:t>Leverage EDA to discover key relationships between variables.</a:t>
          </a:r>
        </a:p>
      </dgm:t>
    </dgm:pt>
    <dgm:pt modelId="{575B88AA-FD42-4586-BD5A-3115A8C31F0F}" type="parTrans" cxnId="{DC388182-9EDE-4736-B7A5-49B443F8A047}">
      <dgm:prSet/>
      <dgm:spPr/>
      <dgm:t>
        <a:bodyPr/>
        <a:lstStyle/>
        <a:p>
          <a:endParaRPr lang="en-US"/>
        </a:p>
      </dgm:t>
    </dgm:pt>
    <dgm:pt modelId="{DAC74704-49EA-4EFA-BC58-4E637A059ECD}" type="sibTrans" cxnId="{DC388182-9EDE-4736-B7A5-49B443F8A047}">
      <dgm:prSet/>
      <dgm:spPr/>
      <dgm:t>
        <a:bodyPr/>
        <a:lstStyle/>
        <a:p>
          <a:endParaRPr lang="en-US"/>
        </a:p>
      </dgm:t>
    </dgm:pt>
    <dgm:pt modelId="{FEFBD9DB-60E4-418D-AAE1-8C957AD95AD0}">
      <dgm:prSet/>
      <dgm:spPr/>
      <dgm:t>
        <a:bodyPr/>
        <a:lstStyle/>
        <a:p>
          <a:pPr>
            <a:defRPr cap="all"/>
          </a:pPr>
          <a:r>
            <a:rPr lang="en-US" dirty="0"/>
            <a:t>Identify strongest predictors of loan approval.</a:t>
          </a:r>
        </a:p>
      </dgm:t>
    </dgm:pt>
    <dgm:pt modelId="{5A628DCF-08FB-4682-BA37-5F3C39DC7778}" type="parTrans" cxnId="{66EE622A-5DCE-4111-BE8C-CEB8C2590D16}">
      <dgm:prSet/>
      <dgm:spPr/>
      <dgm:t>
        <a:bodyPr/>
        <a:lstStyle/>
        <a:p>
          <a:endParaRPr lang="en-US"/>
        </a:p>
      </dgm:t>
    </dgm:pt>
    <dgm:pt modelId="{CFF98B94-08ED-4515-B084-E585481CF725}" type="sibTrans" cxnId="{66EE622A-5DCE-4111-BE8C-CEB8C2590D16}">
      <dgm:prSet/>
      <dgm:spPr/>
      <dgm:t>
        <a:bodyPr/>
        <a:lstStyle/>
        <a:p>
          <a:endParaRPr lang="en-US"/>
        </a:p>
      </dgm:t>
    </dgm:pt>
    <dgm:pt modelId="{C22CF7F8-7384-4E7E-A440-38DD8F16554D}">
      <dgm:prSet/>
      <dgm:spPr/>
      <dgm:t>
        <a:bodyPr/>
        <a:lstStyle/>
        <a:p>
          <a:pPr>
            <a:defRPr cap="all"/>
          </a:pPr>
          <a:r>
            <a:rPr lang="en-US" dirty="0"/>
            <a:t>Develop predictive models to determine the likelihood of loan approval.</a:t>
          </a:r>
        </a:p>
      </dgm:t>
    </dgm:pt>
    <dgm:pt modelId="{7AB06A05-66B5-4D72-BAE6-490CE148BF47}" type="parTrans" cxnId="{05573D84-23B5-40E0-B9F2-FEA4F801B55C}">
      <dgm:prSet/>
      <dgm:spPr/>
      <dgm:t>
        <a:bodyPr/>
        <a:lstStyle/>
        <a:p>
          <a:endParaRPr lang="en-US"/>
        </a:p>
      </dgm:t>
    </dgm:pt>
    <dgm:pt modelId="{F3FA3A0A-79CA-4510-ACEF-423F2AF82AD3}" type="sibTrans" cxnId="{05573D84-23B5-40E0-B9F2-FEA4F801B55C}">
      <dgm:prSet/>
      <dgm:spPr/>
      <dgm:t>
        <a:bodyPr/>
        <a:lstStyle/>
        <a:p>
          <a:endParaRPr lang="en-US"/>
        </a:p>
      </dgm:t>
    </dgm:pt>
    <dgm:pt modelId="{7B7D0875-A564-447C-8314-6CBEDD5D3F2C}" type="pres">
      <dgm:prSet presAssocID="{8D3CBF08-6C02-440E-94AB-8F1AADEBF346}" presName="root" presStyleCnt="0">
        <dgm:presLayoutVars>
          <dgm:dir/>
          <dgm:resizeHandles val="exact"/>
        </dgm:presLayoutVars>
      </dgm:prSet>
      <dgm:spPr/>
    </dgm:pt>
    <dgm:pt modelId="{09A3FB81-5E4B-4D8F-BCF0-8568B8237619}" type="pres">
      <dgm:prSet presAssocID="{19ABEB0B-7098-4E06-A045-027B4214B26E}" presName="compNode" presStyleCnt="0"/>
      <dgm:spPr/>
    </dgm:pt>
    <dgm:pt modelId="{38F85D73-40FA-46E1-8A0F-CD45F7CD6D79}" type="pres">
      <dgm:prSet presAssocID="{19ABEB0B-7098-4E06-A045-027B4214B26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09BB441-81B1-4FB4-9901-F0B18E541BA3}" type="pres">
      <dgm:prSet presAssocID="{19ABEB0B-7098-4E06-A045-027B4214B2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0EF72FC-A7FA-48AA-A84A-7BC302AAF33E}" type="pres">
      <dgm:prSet presAssocID="{19ABEB0B-7098-4E06-A045-027B4214B26E}" presName="spaceRect" presStyleCnt="0"/>
      <dgm:spPr/>
    </dgm:pt>
    <dgm:pt modelId="{3A21089B-2C28-4D9C-90C7-F1A8FFB85B9A}" type="pres">
      <dgm:prSet presAssocID="{19ABEB0B-7098-4E06-A045-027B4214B26E}" presName="textRect" presStyleLbl="revTx" presStyleIdx="0" presStyleCnt="4" custScaleX="113863" custScaleY="211940">
        <dgm:presLayoutVars>
          <dgm:chMax val="1"/>
          <dgm:chPref val="1"/>
        </dgm:presLayoutVars>
      </dgm:prSet>
      <dgm:spPr/>
    </dgm:pt>
    <dgm:pt modelId="{34C3387E-053A-4121-9FEF-960334DA0653}" type="pres">
      <dgm:prSet presAssocID="{09BDC0F5-EB86-483B-B434-2E84864F4A87}" presName="sibTrans" presStyleCnt="0"/>
      <dgm:spPr/>
    </dgm:pt>
    <dgm:pt modelId="{9833CAC8-4CB7-438F-B20A-E651D59E315F}" type="pres">
      <dgm:prSet presAssocID="{3A3AE50C-84A2-4837-BCF2-B39ACEDFCA54}" presName="compNode" presStyleCnt="0"/>
      <dgm:spPr/>
    </dgm:pt>
    <dgm:pt modelId="{AE7CF5E6-2515-480F-B3DF-B054807F112A}" type="pres">
      <dgm:prSet presAssocID="{3A3AE50C-84A2-4837-BCF2-B39ACEDFCA54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5353329-964D-494B-AF52-396217A73C49}" type="pres">
      <dgm:prSet presAssocID="{3A3AE50C-84A2-4837-BCF2-B39ACEDFCA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986ED75A-3D5F-4DA9-A74A-0C47899EAD0A}" type="pres">
      <dgm:prSet presAssocID="{3A3AE50C-84A2-4837-BCF2-B39ACEDFCA54}" presName="spaceRect" presStyleCnt="0"/>
      <dgm:spPr/>
    </dgm:pt>
    <dgm:pt modelId="{6EC7903C-EFAD-42BF-9F7D-5207068388BF}" type="pres">
      <dgm:prSet presAssocID="{3A3AE50C-84A2-4837-BCF2-B39ACEDFCA54}" presName="textRect" presStyleLbl="revTx" presStyleIdx="1" presStyleCnt="4" custScaleX="95186" custScaleY="242218" custLinFactNeighborX="888" custLinFactNeighborY="9960">
        <dgm:presLayoutVars>
          <dgm:chMax val="1"/>
          <dgm:chPref val="1"/>
        </dgm:presLayoutVars>
      </dgm:prSet>
      <dgm:spPr/>
    </dgm:pt>
    <dgm:pt modelId="{F7487401-4C0C-4AF0-BF58-C87DA5FC699E}" type="pres">
      <dgm:prSet presAssocID="{DAC74704-49EA-4EFA-BC58-4E637A059ECD}" presName="sibTrans" presStyleCnt="0"/>
      <dgm:spPr/>
    </dgm:pt>
    <dgm:pt modelId="{DF862A40-3AAE-49D8-8655-08A3F933B741}" type="pres">
      <dgm:prSet presAssocID="{FEFBD9DB-60E4-418D-AAE1-8C957AD95AD0}" presName="compNode" presStyleCnt="0"/>
      <dgm:spPr/>
    </dgm:pt>
    <dgm:pt modelId="{9D1846CD-87F0-4F5B-907F-C5AFEBBC1362}" type="pres">
      <dgm:prSet presAssocID="{FEFBD9DB-60E4-418D-AAE1-8C957AD95AD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9710212-31BF-4C02-BD58-FFF2E1F530F5}" type="pres">
      <dgm:prSet presAssocID="{FEFBD9DB-60E4-418D-AAE1-8C957AD95A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D69C194-A85E-49D2-9B69-10A523F441C8}" type="pres">
      <dgm:prSet presAssocID="{FEFBD9DB-60E4-418D-AAE1-8C957AD95AD0}" presName="spaceRect" presStyleCnt="0"/>
      <dgm:spPr/>
    </dgm:pt>
    <dgm:pt modelId="{A2CC901E-BA79-4998-B4F5-5F67C96F12DD}" type="pres">
      <dgm:prSet presAssocID="{FEFBD9DB-60E4-418D-AAE1-8C957AD95AD0}" presName="textRect" presStyleLbl="revTx" presStyleIdx="2" presStyleCnt="4" custScaleX="108885" custScaleY="227511">
        <dgm:presLayoutVars>
          <dgm:chMax val="1"/>
          <dgm:chPref val="1"/>
        </dgm:presLayoutVars>
      </dgm:prSet>
      <dgm:spPr/>
    </dgm:pt>
    <dgm:pt modelId="{51AE3637-1D0F-4914-9D01-D33B6BC6DBC6}" type="pres">
      <dgm:prSet presAssocID="{CFF98B94-08ED-4515-B084-E585481CF725}" presName="sibTrans" presStyleCnt="0"/>
      <dgm:spPr/>
    </dgm:pt>
    <dgm:pt modelId="{1C230025-C7F9-4E30-9E0B-0FEAF0C7816A}" type="pres">
      <dgm:prSet presAssocID="{C22CF7F8-7384-4E7E-A440-38DD8F16554D}" presName="compNode" presStyleCnt="0"/>
      <dgm:spPr/>
    </dgm:pt>
    <dgm:pt modelId="{EF90EBD6-5CF5-4407-BCC9-14D39190F176}" type="pres">
      <dgm:prSet presAssocID="{C22CF7F8-7384-4E7E-A440-38DD8F16554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E789404-26DD-46E4-8B1E-65E64EBB7B75}" type="pres">
      <dgm:prSet presAssocID="{C22CF7F8-7384-4E7E-A440-38DD8F1655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195081A-F030-4EEA-912A-844B5DE330F5}" type="pres">
      <dgm:prSet presAssocID="{C22CF7F8-7384-4E7E-A440-38DD8F16554D}" presName="spaceRect" presStyleCnt="0"/>
      <dgm:spPr/>
    </dgm:pt>
    <dgm:pt modelId="{433B8224-4BDD-47FD-8651-3306B56081C5}" type="pres">
      <dgm:prSet presAssocID="{C22CF7F8-7384-4E7E-A440-38DD8F16554D}" presName="textRect" presStyleLbl="revTx" presStyleIdx="3" presStyleCnt="4" custScaleX="98226" custScaleY="225295">
        <dgm:presLayoutVars>
          <dgm:chMax val="1"/>
          <dgm:chPref val="1"/>
        </dgm:presLayoutVars>
      </dgm:prSet>
      <dgm:spPr/>
    </dgm:pt>
  </dgm:ptLst>
  <dgm:cxnLst>
    <dgm:cxn modelId="{E467900F-7BC5-45B8-9CFF-D603F1B541C1}" type="presOf" srcId="{C22CF7F8-7384-4E7E-A440-38DD8F16554D}" destId="{433B8224-4BDD-47FD-8651-3306B56081C5}" srcOrd="0" destOrd="0" presId="urn:microsoft.com/office/officeart/2018/5/layout/IconLeafLabelList"/>
    <dgm:cxn modelId="{66EE622A-5DCE-4111-BE8C-CEB8C2590D16}" srcId="{8D3CBF08-6C02-440E-94AB-8F1AADEBF346}" destId="{FEFBD9DB-60E4-418D-AAE1-8C957AD95AD0}" srcOrd="2" destOrd="0" parTransId="{5A628DCF-08FB-4682-BA37-5F3C39DC7778}" sibTransId="{CFF98B94-08ED-4515-B084-E585481CF725}"/>
    <dgm:cxn modelId="{0D6D894E-540F-4D68-97AA-8D06625135CA}" type="presOf" srcId="{8D3CBF08-6C02-440E-94AB-8F1AADEBF346}" destId="{7B7D0875-A564-447C-8314-6CBEDD5D3F2C}" srcOrd="0" destOrd="0" presId="urn:microsoft.com/office/officeart/2018/5/layout/IconLeafLabelList"/>
    <dgm:cxn modelId="{DC388182-9EDE-4736-B7A5-49B443F8A047}" srcId="{8D3CBF08-6C02-440E-94AB-8F1AADEBF346}" destId="{3A3AE50C-84A2-4837-BCF2-B39ACEDFCA54}" srcOrd="1" destOrd="0" parTransId="{575B88AA-FD42-4586-BD5A-3115A8C31F0F}" sibTransId="{DAC74704-49EA-4EFA-BC58-4E637A059ECD}"/>
    <dgm:cxn modelId="{05573D84-23B5-40E0-B9F2-FEA4F801B55C}" srcId="{8D3CBF08-6C02-440E-94AB-8F1AADEBF346}" destId="{C22CF7F8-7384-4E7E-A440-38DD8F16554D}" srcOrd="3" destOrd="0" parTransId="{7AB06A05-66B5-4D72-BAE6-490CE148BF47}" sibTransId="{F3FA3A0A-79CA-4510-ACEF-423F2AF82AD3}"/>
    <dgm:cxn modelId="{C02BD095-D7C3-4F4A-9097-DE90568C136A}" type="presOf" srcId="{3A3AE50C-84A2-4837-BCF2-B39ACEDFCA54}" destId="{6EC7903C-EFAD-42BF-9F7D-5207068388BF}" srcOrd="0" destOrd="0" presId="urn:microsoft.com/office/officeart/2018/5/layout/IconLeafLabelList"/>
    <dgm:cxn modelId="{7527F4C5-A129-4278-BAC9-0EA375ECE734}" type="presOf" srcId="{19ABEB0B-7098-4E06-A045-027B4214B26E}" destId="{3A21089B-2C28-4D9C-90C7-F1A8FFB85B9A}" srcOrd="0" destOrd="0" presId="urn:microsoft.com/office/officeart/2018/5/layout/IconLeafLabelList"/>
    <dgm:cxn modelId="{7D83DECE-82D0-4489-AC45-466CDE3DD8AB}" srcId="{8D3CBF08-6C02-440E-94AB-8F1AADEBF346}" destId="{19ABEB0B-7098-4E06-A045-027B4214B26E}" srcOrd="0" destOrd="0" parTransId="{5EC3FFBB-B6F9-4FD9-89D0-EBBF8D268AC0}" sibTransId="{09BDC0F5-EB86-483B-B434-2E84864F4A87}"/>
    <dgm:cxn modelId="{8210CCFC-884E-45C5-BCE5-20B991C9ACDC}" type="presOf" srcId="{FEFBD9DB-60E4-418D-AAE1-8C957AD95AD0}" destId="{A2CC901E-BA79-4998-B4F5-5F67C96F12DD}" srcOrd="0" destOrd="0" presId="urn:microsoft.com/office/officeart/2018/5/layout/IconLeafLabelList"/>
    <dgm:cxn modelId="{83074DE9-6562-428C-B18F-B9929A1A7E2D}" type="presParOf" srcId="{7B7D0875-A564-447C-8314-6CBEDD5D3F2C}" destId="{09A3FB81-5E4B-4D8F-BCF0-8568B8237619}" srcOrd="0" destOrd="0" presId="urn:microsoft.com/office/officeart/2018/5/layout/IconLeafLabelList"/>
    <dgm:cxn modelId="{2B0579B4-5DF3-4D80-A6A1-B7A0F60FE118}" type="presParOf" srcId="{09A3FB81-5E4B-4D8F-BCF0-8568B8237619}" destId="{38F85D73-40FA-46E1-8A0F-CD45F7CD6D79}" srcOrd="0" destOrd="0" presId="urn:microsoft.com/office/officeart/2018/5/layout/IconLeafLabelList"/>
    <dgm:cxn modelId="{0A0BA72B-8AC2-433E-8981-6456AB5570A0}" type="presParOf" srcId="{09A3FB81-5E4B-4D8F-BCF0-8568B8237619}" destId="{A09BB441-81B1-4FB4-9901-F0B18E541BA3}" srcOrd="1" destOrd="0" presId="urn:microsoft.com/office/officeart/2018/5/layout/IconLeafLabelList"/>
    <dgm:cxn modelId="{5AE11EE6-D2A3-46BE-8F63-4499D451A488}" type="presParOf" srcId="{09A3FB81-5E4B-4D8F-BCF0-8568B8237619}" destId="{00EF72FC-A7FA-48AA-A84A-7BC302AAF33E}" srcOrd="2" destOrd="0" presId="urn:microsoft.com/office/officeart/2018/5/layout/IconLeafLabelList"/>
    <dgm:cxn modelId="{3DEA1DFF-F816-44C5-9776-A912CBF0F943}" type="presParOf" srcId="{09A3FB81-5E4B-4D8F-BCF0-8568B8237619}" destId="{3A21089B-2C28-4D9C-90C7-F1A8FFB85B9A}" srcOrd="3" destOrd="0" presId="urn:microsoft.com/office/officeart/2018/5/layout/IconLeafLabelList"/>
    <dgm:cxn modelId="{0DFB6AE3-3994-4618-A872-B172ACF88C89}" type="presParOf" srcId="{7B7D0875-A564-447C-8314-6CBEDD5D3F2C}" destId="{34C3387E-053A-4121-9FEF-960334DA0653}" srcOrd="1" destOrd="0" presId="urn:microsoft.com/office/officeart/2018/5/layout/IconLeafLabelList"/>
    <dgm:cxn modelId="{29397B0D-7ADC-4036-B3A1-75DBB992D369}" type="presParOf" srcId="{7B7D0875-A564-447C-8314-6CBEDD5D3F2C}" destId="{9833CAC8-4CB7-438F-B20A-E651D59E315F}" srcOrd="2" destOrd="0" presId="urn:microsoft.com/office/officeart/2018/5/layout/IconLeafLabelList"/>
    <dgm:cxn modelId="{F883E829-E8A0-4BBA-9512-BC24656677C1}" type="presParOf" srcId="{9833CAC8-4CB7-438F-B20A-E651D59E315F}" destId="{AE7CF5E6-2515-480F-B3DF-B054807F112A}" srcOrd="0" destOrd="0" presId="urn:microsoft.com/office/officeart/2018/5/layout/IconLeafLabelList"/>
    <dgm:cxn modelId="{6D18ED66-C793-475F-B24C-0D58AF10901A}" type="presParOf" srcId="{9833CAC8-4CB7-438F-B20A-E651D59E315F}" destId="{75353329-964D-494B-AF52-396217A73C49}" srcOrd="1" destOrd="0" presId="urn:microsoft.com/office/officeart/2018/5/layout/IconLeafLabelList"/>
    <dgm:cxn modelId="{5DDF896F-148B-4ADB-AABC-88D94BC40033}" type="presParOf" srcId="{9833CAC8-4CB7-438F-B20A-E651D59E315F}" destId="{986ED75A-3D5F-4DA9-A74A-0C47899EAD0A}" srcOrd="2" destOrd="0" presId="urn:microsoft.com/office/officeart/2018/5/layout/IconLeafLabelList"/>
    <dgm:cxn modelId="{2A268B82-E6B3-4CD1-A7C6-EEDBF0AC03EB}" type="presParOf" srcId="{9833CAC8-4CB7-438F-B20A-E651D59E315F}" destId="{6EC7903C-EFAD-42BF-9F7D-5207068388BF}" srcOrd="3" destOrd="0" presId="urn:microsoft.com/office/officeart/2018/5/layout/IconLeafLabelList"/>
    <dgm:cxn modelId="{60A9DC4C-B0A2-4046-92AB-6B08F204B2C0}" type="presParOf" srcId="{7B7D0875-A564-447C-8314-6CBEDD5D3F2C}" destId="{F7487401-4C0C-4AF0-BF58-C87DA5FC699E}" srcOrd="3" destOrd="0" presId="urn:microsoft.com/office/officeart/2018/5/layout/IconLeafLabelList"/>
    <dgm:cxn modelId="{950EB58F-DBFB-47A6-B52F-21CC41616B62}" type="presParOf" srcId="{7B7D0875-A564-447C-8314-6CBEDD5D3F2C}" destId="{DF862A40-3AAE-49D8-8655-08A3F933B741}" srcOrd="4" destOrd="0" presId="urn:microsoft.com/office/officeart/2018/5/layout/IconLeafLabelList"/>
    <dgm:cxn modelId="{62956978-DB3F-4B61-8E08-77AA4AF6CBFD}" type="presParOf" srcId="{DF862A40-3AAE-49D8-8655-08A3F933B741}" destId="{9D1846CD-87F0-4F5B-907F-C5AFEBBC1362}" srcOrd="0" destOrd="0" presId="urn:microsoft.com/office/officeart/2018/5/layout/IconLeafLabelList"/>
    <dgm:cxn modelId="{65323A35-6990-4227-988B-2BEA3B6E61F0}" type="presParOf" srcId="{DF862A40-3AAE-49D8-8655-08A3F933B741}" destId="{A9710212-31BF-4C02-BD58-FFF2E1F530F5}" srcOrd="1" destOrd="0" presId="urn:microsoft.com/office/officeart/2018/5/layout/IconLeafLabelList"/>
    <dgm:cxn modelId="{6BED35E5-90FE-47F7-A2DD-A71D4291C8D6}" type="presParOf" srcId="{DF862A40-3AAE-49D8-8655-08A3F933B741}" destId="{7D69C194-A85E-49D2-9B69-10A523F441C8}" srcOrd="2" destOrd="0" presId="urn:microsoft.com/office/officeart/2018/5/layout/IconLeafLabelList"/>
    <dgm:cxn modelId="{7B61094E-8955-40E0-83D8-9CE2340DF7F2}" type="presParOf" srcId="{DF862A40-3AAE-49D8-8655-08A3F933B741}" destId="{A2CC901E-BA79-4998-B4F5-5F67C96F12DD}" srcOrd="3" destOrd="0" presId="urn:microsoft.com/office/officeart/2018/5/layout/IconLeafLabelList"/>
    <dgm:cxn modelId="{F0154238-3808-4A51-8EA9-6AFBA6E561C6}" type="presParOf" srcId="{7B7D0875-A564-447C-8314-6CBEDD5D3F2C}" destId="{51AE3637-1D0F-4914-9D01-D33B6BC6DBC6}" srcOrd="5" destOrd="0" presId="urn:microsoft.com/office/officeart/2018/5/layout/IconLeafLabelList"/>
    <dgm:cxn modelId="{0C12D1DB-EB88-4B31-9043-A59D21528281}" type="presParOf" srcId="{7B7D0875-A564-447C-8314-6CBEDD5D3F2C}" destId="{1C230025-C7F9-4E30-9E0B-0FEAF0C7816A}" srcOrd="6" destOrd="0" presId="urn:microsoft.com/office/officeart/2018/5/layout/IconLeafLabelList"/>
    <dgm:cxn modelId="{659D3E1C-4C8B-4666-BD8B-2AA302F8FC5A}" type="presParOf" srcId="{1C230025-C7F9-4E30-9E0B-0FEAF0C7816A}" destId="{EF90EBD6-5CF5-4407-BCC9-14D39190F176}" srcOrd="0" destOrd="0" presId="urn:microsoft.com/office/officeart/2018/5/layout/IconLeafLabelList"/>
    <dgm:cxn modelId="{0289E17F-E792-4490-A1B7-489F94877BEB}" type="presParOf" srcId="{1C230025-C7F9-4E30-9E0B-0FEAF0C7816A}" destId="{5E789404-26DD-46E4-8B1E-65E64EBB7B75}" srcOrd="1" destOrd="0" presId="urn:microsoft.com/office/officeart/2018/5/layout/IconLeafLabelList"/>
    <dgm:cxn modelId="{28DC55AF-F285-44EE-BED6-7F81143A658C}" type="presParOf" srcId="{1C230025-C7F9-4E30-9E0B-0FEAF0C7816A}" destId="{2195081A-F030-4EEA-912A-844B5DE330F5}" srcOrd="2" destOrd="0" presId="urn:microsoft.com/office/officeart/2018/5/layout/IconLeafLabelList"/>
    <dgm:cxn modelId="{AD034B87-295D-42E8-BD80-344844BB7E3A}" type="presParOf" srcId="{1C230025-C7F9-4E30-9E0B-0FEAF0C7816A}" destId="{433B8224-4BDD-47FD-8651-3306B56081C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0FB06D-9684-42EB-9A51-871515B77F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F32A3D-5403-4433-925A-558EB587A9D2}">
      <dgm:prSet custT="1"/>
      <dgm:spPr/>
      <dgm:t>
        <a:bodyPr/>
        <a:lstStyle/>
        <a:p>
          <a:r>
            <a:rPr lang="en-US" sz="3200" b="1" dirty="0"/>
            <a:t>1. Encoding:</a:t>
          </a:r>
        </a:p>
      </dgm:t>
    </dgm:pt>
    <dgm:pt modelId="{4B06E07B-2D98-41CF-81F9-B08DD99824D3}" type="parTrans" cxnId="{E4DD8D26-73DB-462E-A8B2-F80BF7418C53}">
      <dgm:prSet/>
      <dgm:spPr/>
      <dgm:t>
        <a:bodyPr/>
        <a:lstStyle/>
        <a:p>
          <a:endParaRPr lang="en-US"/>
        </a:p>
      </dgm:t>
    </dgm:pt>
    <dgm:pt modelId="{844DB6A1-C3C7-47DC-96EF-DD4F11E766A4}" type="sibTrans" cxnId="{E4DD8D26-73DB-462E-A8B2-F80BF7418C53}">
      <dgm:prSet/>
      <dgm:spPr/>
      <dgm:t>
        <a:bodyPr/>
        <a:lstStyle/>
        <a:p>
          <a:endParaRPr lang="en-US"/>
        </a:p>
      </dgm:t>
    </dgm:pt>
    <dgm:pt modelId="{BC004B42-3830-4BEC-8796-E09684CF0E46}">
      <dgm:prSet custT="1"/>
      <dgm:spPr/>
      <dgm:t>
        <a:bodyPr/>
        <a:lstStyle/>
        <a:p>
          <a:r>
            <a:rPr lang="en-US" sz="2400" dirty="0"/>
            <a:t>Ordinal Encoding – Education Level</a:t>
          </a:r>
        </a:p>
      </dgm:t>
    </dgm:pt>
    <dgm:pt modelId="{546A8E36-92B2-4863-AA6E-E806FA8E9020}" type="parTrans" cxnId="{C59AA4FD-4749-4DC7-B11F-15698A1000CE}">
      <dgm:prSet/>
      <dgm:spPr/>
      <dgm:t>
        <a:bodyPr/>
        <a:lstStyle/>
        <a:p>
          <a:endParaRPr lang="en-US"/>
        </a:p>
      </dgm:t>
    </dgm:pt>
    <dgm:pt modelId="{0FA57AFC-1613-494C-AB4D-40A4B448650D}" type="sibTrans" cxnId="{C59AA4FD-4749-4DC7-B11F-15698A1000CE}">
      <dgm:prSet/>
      <dgm:spPr/>
      <dgm:t>
        <a:bodyPr/>
        <a:lstStyle/>
        <a:p>
          <a:endParaRPr lang="en-US"/>
        </a:p>
      </dgm:t>
    </dgm:pt>
    <dgm:pt modelId="{74D2B972-81F0-4B61-BCB4-5096951D61C8}">
      <dgm:prSet custT="1"/>
      <dgm:spPr/>
      <dgm:t>
        <a:bodyPr/>
        <a:lstStyle/>
        <a:p>
          <a:r>
            <a:rPr lang="en-US" sz="2400" dirty="0"/>
            <a:t>One-Hot Encoding - Employment Status, Marital Status, Home Ownership Status, Loan Purpose</a:t>
          </a:r>
        </a:p>
      </dgm:t>
    </dgm:pt>
    <dgm:pt modelId="{0E2DDD2F-4674-44E4-A470-9979E8BBC44A}" type="parTrans" cxnId="{BD1E010D-B8D8-490A-B4C1-04FA75EEAD19}">
      <dgm:prSet/>
      <dgm:spPr/>
      <dgm:t>
        <a:bodyPr/>
        <a:lstStyle/>
        <a:p>
          <a:endParaRPr lang="en-US"/>
        </a:p>
      </dgm:t>
    </dgm:pt>
    <dgm:pt modelId="{0461ADB1-5F39-40BC-87C3-14E59A063A75}" type="sibTrans" cxnId="{BD1E010D-B8D8-490A-B4C1-04FA75EEAD19}">
      <dgm:prSet/>
      <dgm:spPr/>
      <dgm:t>
        <a:bodyPr/>
        <a:lstStyle/>
        <a:p>
          <a:endParaRPr lang="en-US"/>
        </a:p>
      </dgm:t>
    </dgm:pt>
    <dgm:pt modelId="{92A3AFB6-1656-40B3-9BC3-E6145EEB449E}">
      <dgm:prSet custT="1"/>
      <dgm:spPr/>
      <dgm:t>
        <a:bodyPr/>
        <a:lstStyle/>
        <a:p>
          <a:r>
            <a:rPr lang="en-US" sz="3200" b="1" dirty="0"/>
            <a:t>2. Normalization/Standardization</a:t>
          </a:r>
        </a:p>
      </dgm:t>
    </dgm:pt>
    <dgm:pt modelId="{485DB0FC-3ACA-4DF8-A50C-54CBF4450F54}" type="parTrans" cxnId="{B4044860-D99A-4505-A708-780F79796D1A}">
      <dgm:prSet/>
      <dgm:spPr/>
      <dgm:t>
        <a:bodyPr/>
        <a:lstStyle/>
        <a:p>
          <a:endParaRPr lang="en-US"/>
        </a:p>
      </dgm:t>
    </dgm:pt>
    <dgm:pt modelId="{95F8186A-4267-4159-BD3F-FB3B091A2306}" type="sibTrans" cxnId="{B4044860-D99A-4505-A708-780F79796D1A}">
      <dgm:prSet/>
      <dgm:spPr/>
      <dgm:t>
        <a:bodyPr/>
        <a:lstStyle/>
        <a:p>
          <a:endParaRPr lang="en-US"/>
        </a:p>
      </dgm:t>
    </dgm:pt>
    <dgm:pt modelId="{441BE350-235E-48D2-A14C-3E7097C35B7A}">
      <dgm:prSet custT="1"/>
      <dgm:spPr/>
      <dgm:t>
        <a:bodyPr/>
        <a:lstStyle/>
        <a:p>
          <a:r>
            <a:rPr lang="en-US" sz="2400" dirty="0"/>
            <a:t>Applied </a:t>
          </a:r>
          <a:r>
            <a:rPr lang="en-US" sz="2400" dirty="0" err="1"/>
            <a:t>standardscaler</a:t>
          </a:r>
          <a:r>
            <a:rPr lang="en-US" sz="2400" dirty="0"/>
            <a:t> to numeric variables</a:t>
          </a:r>
        </a:p>
      </dgm:t>
    </dgm:pt>
    <dgm:pt modelId="{7AE7A703-A74E-4E8D-B7C3-03B3D0173A6B}" type="parTrans" cxnId="{E9A15980-793B-49FD-8069-91D3777E9CF2}">
      <dgm:prSet/>
      <dgm:spPr/>
      <dgm:t>
        <a:bodyPr/>
        <a:lstStyle/>
        <a:p>
          <a:endParaRPr lang="en-US"/>
        </a:p>
      </dgm:t>
    </dgm:pt>
    <dgm:pt modelId="{02C95EEC-0D39-4125-9E36-352904274723}" type="sibTrans" cxnId="{E9A15980-793B-49FD-8069-91D3777E9CF2}">
      <dgm:prSet/>
      <dgm:spPr/>
      <dgm:t>
        <a:bodyPr/>
        <a:lstStyle/>
        <a:p>
          <a:endParaRPr lang="en-US"/>
        </a:p>
      </dgm:t>
    </dgm:pt>
    <dgm:pt modelId="{E506379F-1239-4694-9C03-3208712C874F}" type="pres">
      <dgm:prSet presAssocID="{150FB06D-9684-42EB-9A51-871515B77F78}" presName="root" presStyleCnt="0">
        <dgm:presLayoutVars>
          <dgm:dir/>
          <dgm:resizeHandles val="exact"/>
        </dgm:presLayoutVars>
      </dgm:prSet>
      <dgm:spPr/>
    </dgm:pt>
    <dgm:pt modelId="{0F6C1BCF-DFE1-425A-86F5-9359AC36F229}" type="pres">
      <dgm:prSet presAssocID="{F4F32A3D-5403-4433-925A-558EB587A9D2}" presName="compNode" presStyleCnt="0"/>
      <dgm:spPr/>
    </dgm:pt>
    <dgm:pt modelId="{9D0EAAB2-5C64-4938-9381-1F52F9A49660}" type="pres">
      <dgm:prSet presAssocID="{F4F32A3D-5403-4433-925A-558EB587A9D2}" presName="bgRect" presStyleLbl="bgShp" presStyleIdx="0" presStyleCnt="5"/>
      <dgm:spPr/>
    </dgm:pt>
    <dgm:pt modelId="{34797501-AF7B-46C0-B353-73CBDB5746F4}" type="pres">
      <dgm:prSet presAssocID="{F4F32A3D-5403-4433-925A-558EB587A9D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BBE19011-CE50-46E5-802F-FA16A64E3E0D}" type="pres">
      <dgm:prSet presAssocID="{F4F32A3D-5403-4433-925A-558EB587A9D2}" presName="spaceRect" presStyleCnt="0"/>
      <dgm:spPr/>
    </dgm:pt>
    <dgm:pt modelId="{AA7626CE-9E2B-463B-8A75-C579ECCFEE4E}" type="pres">
      <dgm:prSet presAssocID="{F4F32A3D-5403-4433-925A-558EB587A9D2}" presName="parTx" presStyleLbl="revTx" presStyleIdx="0" presStyleCnt="5">
        <dgm:presLayoutVars>
          <dgm:chMax val="0"/>
          <dgm:chPref val="0"/>
        </dgm:presLayoutVars>
      </dgm:prSet>
      <dgm:spPr/>
    </dgm:pt>
    <dgm:pt modelId="{255B8350-FF99-4C49-8016-E9CB7D48F8D6}" type="pres">
      <dgm:prSet presAssocID="{844DB6A1-C3C7-47DC-96EF-DD4F11E766A4}" presName="sibTrans" presStyleCnt="0"/>
      <dgm:spPr/>
    </dgm:pt>
    <dgm:pt modelId="{F0F686AD-4615-4438-A0B5-4B48AC70C531}" type="pres">
      <dgm:prSet presAssocID="{BC004B42-3830-4BEC-8796-E09684CF0E46}" presName="compNode" presStyleCnt="0"/>
      <dgm:spPr/>
    </dgm:pt>
    <dgm:pt modelId="{47D9032F-C4D2-4608-8122-465E5280A4E4}" type="pres">
      <dgm:prSet presAssocID="{BC004B42-3830-4BEC-8796-E09684CF0E46}" presName="bgRect" presStyleLbl="bgShp" presStyleIdx="1" presStyleCnt="5"/>
      <dgm:spPr/>
    </dgm:pt>
    <dgm:pt modelId="{5F09C548-8DEA-4A95-BFF5-5425AD4D2CEA}" type="pres">
      <dgm:prSet presAssocID="{BC004B42-3830-4BEC-8796-E09684CF0E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817E2F6-E068-4104-82C2-01E7D803F58F}" type="pres">
      <dgm:prSet presAssocID="{BC004B42-3830-4BEC-8796-E09684CF0E46}" presName="spaceRect" presStyleCnt="0"/>
      <dgm:spPr/>
    </dgm:pt>
    <dgm:pt modelId="{35663A3C-BBC1-4BC3-95A9-4E30DD1D352E}" type="pres">
      <dgm:prSet presAssocID="{BC004B42-3830-4BEC-8796-E09684CF0E46}" presName="parTx" presStyleLbl="revTx" presStyleIdx="1" presStyleCnt="5">
        <dgm:presLayoutVars>
          <dgm:chMax val="0"/>
          <dgm:chPref val="0"/>
        </dgm:presLayoutVars>
      </dgm:prSet>
      <dgm:spPr/>
    </dgm:pt>
    <dgm:pt modelId="{ACC475C0-2C84-436A-8042-5C55645BF9EA}" type="pres">
      <dgm:prSet presAssocID="{0FA57AFC-1613-494C-AB4D-40A4B448650D}" presName="sibTrans" presStyleCnt="0"/>
      <dgm:spPr/>
    </dgm:pt>
    <dgm:pt modelId="{327244DC-2831-4FDC-8B20-90D2F4106392}" type="pres">
      <dgm:prSet presAssocID="{74D2B972-81F0-4B61-BCB4-5096951D61C8}" presName="compNode" presStyleCnt="0"/>
      <dgm:spPr/>
    </dgm:pt>
    <dgm:pt modelId="{2159F427-33DB-484E-8D45-57FFD8041895}" type="pres">
      <dgm:prSet presAssocID="{74D2B972-81F0-4B61-BCB4-5096951D61C8}" presName="bgRect" presStyleLbl="bgShp" presStyleIdx="2" presStyleCnt="5"/>
      <dgm:spPr/>
    </dgm:pt>
    <dgm:pt modelId="{E709F0DB-280C-4322-A2CF-87A9F23CB420}" type="pres">
      <dgm:prSet presAssocID="{74D2B972-81F0-4B61-BCB4-5096951D61C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96C4D08C-7F67-414F-8680-D2A49BDED7F7}" type="pres">
      <dgm:prSet presAssocID="{74D2B972-81F0-4B61-BCB4-5096951D61C8}" presName="spaceRect" presStyleCnt="0"/>
      <dgm:spPr/>
    </dgm:pt>
    <dgm:pt modelId="{F298EEE0-3CFF-48A1-AD62-D27F934743C2}" type="pres">
      <dgm:prSet presAssocID="{74D2B972-81F0-4B61-BCB4-5096951D61C8}" presName="parTx" presStyleLbl="revTx" presStyleIdx="2" presStyleCnt="5">
        <dgm:presLayoutVars>
          <dgm:chMax val="0"/>
          <dgm:chPref val="0"/>
        </dgm:presLayoutVars>
      </dgm:prSet>
      <dgm:spPr/>
    </dgm:pt>
    <dgm:pt modelId="{084C5B86-A9AC-43FC-B14F-9091E8963B32}" type="pres">
      <dgm:prSet presAssocID="{0461ADB1-5F39-40BC-87C3-14E59A063A75}" presName="sibTrans" presStyleCnt="0"/>
      <dgm:spPr/>
    </dgm:pt>
    <dgm:pt modelId="{01A20FB4-37F9-4934-A5DC-11B6BA2C7146}" type="pres">
      <dgm:prSet presAssocID="{92A3AFB6-1656-40B3-9BC3-E6145EEB449E}" presName="compNode" presStyleCnt="0"/>
      <dgm:spPr/>
    </dgm:pt>
    <dgm:pt modelId="{498F28CB-CFFD-4513-A5CF-E6619AFC1EEA}" type="pres">
      <dgm:prSet presAssocID="{92A3AFB6-1656-40B3-9BC3-E6145EEB449E}" presName="bgRect" presStyleLbl="bgShp" presStyleIdx="3" presStyleCnt="5"/>
      <dgm:spPr/>
    </dgm:pt>
    <dgm:pt modelId="{85EB6970-110D-44FD-B3D2-ABC52BAF4160}" type="pres">
      <dgm:prSet presAssocID="{92A3AFB6-1656-40B3-9BC3-E6145EEB449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3D05D400-B83B-4212-AFDD-3CD2A702FBF1}" type="pres">
      <dgm:prSet presAssocID="{92A3AFB6-1656-40B3-9BC3-E6145EEB449E}" presName="spaceRect" presStyleCnt="0"/>
      <dgm:spPr/>
    </dgm:pt>
    <dgm:pt modelId="{0821F0F5-FCE2-47EA-BDB2-A3341DCBA72F}" type="pres">
      <dgm:prSet presAssocID="{92A3AFB6-1656-40B3-9BC3-E6145EEB449E}" presName="parTx" presStyleLbl="revTx" presStyleIdx="3" presStyleCnt="5">
        <dgm:presLayoutVars>
          <dgm:chMax val="0"/>
          <dgm:chPref val="0"/>
        </dgm:presLayoutVars>
      </dgm:prSet>
      <dgm:spPr/>
    </dgm:pt>
    <dgm:pt modelId="{21F2DD0A-A51F-49E1-B359-CADB78ACB138}" type="pres">
      <dgm:prSet presAssocID="{95F8186A-4267-4159-BD3F-FB3B091A2306}" presName="sibTrans" presStyleCnt="0"/>
      <dgm:spPr/>
    </dgm:pt>
    <dgm:pt modelId="{66378D08-C040-4F84-A9F3-A8727C0E9984}" type="pres">
      <dgm:prSet presAssocID="{441BE350-235E-48D2-A14C-3E7097C35B7A}" presName="compNode" presStyleCnt="0"/>
      <dgm:spPr/>
    </dgm:pt>
    <dgm:pt modelId="{3360E5C0-979D-4603-B1F2-4717ADCFA16F}" type="pres">
      <dgm:prSet presAssocID="{441BE350-235E-48D2-A14C-3E7097C35B7A}" presName="bgRect" presStyleLbl="bgShp" presStyleIdx="4" presStyleCnt="5"/>
      <dgm:spPr/>
    </dgm:pt>
    <dgm:pt modelId="{2F99FDD5-5FBF-4D01-BB9E-6AEF350EC52C}" type="pres">
      <dgm:prSet presAssocID="{441BE350-235E-48D2-A14C-3E7097C35B7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07648099-B27F-4A42-A7B9-AB8CA68DB37B}" type="pres">
      <dgm:prSet presAssocID="{441BE350-235E-48D2-A14C-3E7097C35B7A}" presName="spaceRect" presStyleCnt="0"/>
      <dgm:spPr/>
    </dgm:pt>
    <dgm:pt modelId="{B9D14B49-FFBB-476E-AD42-58F460E76987}" type="pres">
      <dgm:prSet presAssocID="{441BE350-235E-48D2-A14C-3E7097C35B7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D1E010D-B8D8-490A-B4C1-04FA75EEAD19}" srcId="{150FB06D-9684-42EB-9A51-871515B77F78}" destId="{74D2B972-81F0-4B61-BCB4-5096951D61C8}" srcOrd="2" destOrd="0" parTransId="{0E2DDD2F-4674-44E4-A470-9979E8BBC44A}" sibTransId="{0461ADB1-5F39-40BC-87C3-14E59A063A75}"/>
    <dgm:cxn modelId="{7146A60F-15F7-4452-90A4-C640182DC126}" type="presOf" srcId="{74D2B972-81F0-4B61-BCB4-5096951D61C8}" destId="{F298EEE0-3CFF-48A1-AD62-D27F934743C2}" srcOrd="0" destOrd="0" presId="urn:microsoft.com/office/officeart/2018/2/layout/IconVerticalSolidList"/>
    <dgm:cxn modelId="{3042E81A-6153-466E-90AC-BE6F0560A07B}" type="presOf" srcId="{F4F32A3D-5403-4433-925A-558EB587A9D2}" destId="{AA7626CE-9E2B-463B-8A75-C579ECCFEE4E}" srcOrd="0" destOrd="0" presId="urn:microsoft.com/office/officeart/2018/2/layout/IconVerticalSolidList"/>
    <dgm:cxn modelId="{E4DD8D26-73DB-462E-A8B2-F80BF7418C53}" srcId="{150FB06D-9684-42EB-9A51-871515B77F78}" destId="{F4F32A3D-5403-4433-925A-558EB587A9D2}" srcOrd="0" destOrd="0" parTransId="{4B06E07B-2D98-41CF-81F9-B08DD99824D3}" sibTransId="{844DB6A1-C3C7-47DC-96EF-DD4F11E766A4}"/>
    <dgm:cxn modelId="{B4044860-D99A-4505-A708-780F79796D1A}" srcId="{150FB06D-9684-42EB-9A51-871515B77F78}" destId="{92A3AFB6-1656-40B3-9BC3-E6145EEB449E}" srcOrd="3" destOrd="0" parTransId="{485DB0FC-3ACA-4DF8-A50C-54CBF4450F54}" sibTransId="{95F8186A-4267-4159-BD3F-FB3B091A2306}"/>
    <dgm:cxn modelId="{20F6F27E-3995-40F6-816D-0397195F49DA}" type="presOf" srcId="{150FB06D-9684-42EB-9A51-871515B77F78}" destId="{E506379F-1239-4694-9C03-3208712C874F}" srcOrd="0" destOrd="0" presId="urn:microsoft.com/office/officeart/2018/2/layout/IconVerticalSolidList"/>
    <dgm:cxn modelId="{E9A15980-793B-49FD-8069-91D3777E9CF2}" srcId="{150FB06D-9684-42EB-9A51-871515B77F78}" destId="{441BE350-235E-48D2-A14C-3E7097C35B7A}" srcOrd="4" destOrd="0" parTransId="{7AE7A703-A74E-4E8D-B7C3-03B3D0173A6B}" sibTransId="{02C95EEC-0D39-4125-9E36-352904274723}"/>
    <dgm:cxn modelId="{87ED6A83-1380-4985-A197-A52A538DBCB7}" type="presOf" srcId="{92A3AFB6-1656-40B3-9BC3-E6145EEB449E}" destId="{0821F0F5-FCE2-47EA-BDB2-A3341DCBA72F}" srcOrd="0" destOrd="0" presId="urn:microsoft.com/office/officeart/2018/2/layout/IconVerticalSolidList"/>
    <dgm:cxn modelId="{1917AFBD-D4EE-4DB5-B811-DCAA106C3DCE}" type="presOf" srcId="{BC004B42-3830-4BEC-8796-E09684CF0E46}" destId="{35663A3C-BBC1-4BC3-95A9-4E30DD1D352E}" srcOrd="0" destOrd="0" presId="urn:microsoft.com/office/officeart/2018/2/layout/IconVerticalSolidList"/>
    <dgm:cxn modelId="{73CC37DF-0FD2-4C97-A499-77207815CD1C}" type="presOf" srcId="{441BE350-235E-48D2-A14C-3E7097C35B7A}" destId="{B9D14B49-FFBB-476E-AD42-58F460E76987}" srcOrd="0" destOrd="0" presId="urn:microsoft.com/office/officeart/2018/2/layout/IconVerticalSolidList"/>
    <dgm:cxn modelId="{C59AA4FD-4749-4DC7-B11F-15698A1000CE}" srcId="{150FB06D-9684-42EB-9A51-871515B77F78}" destId="{BC004B42-3830-4BEC-8796-E09684CF0E46}" srcOrd="1" destOrd="0" parTransId="{546A8E36-92B2-4863-AA6E-E806FA8E9020}" sibTransId="{0FA57AFC-1613-494C-AB4D-40A4B448650D}"/>
    <dgm:cxn modelId="{9B99FA1F-3555-42D6-B522-780B8C48A1FC}" type="presParOf" srcId="{E506379F-1239-4694-9C03-3208712C874F}" destId="{0F6C1BCF-DFE1-425A-86F5-9359AC36F229}" srcOrd="0" destOrd="0" presId="urn:microsoft.com/office/officeart/2018/2/layout/IconVerticalSolidList"/>
    <dgm:cxn modelId="{EFAA503F-4AE3-4CD2-A6DC-10B729BF7CE1}" type="presParOf" srcId="{0F6C1BCF-DFE1-425A-86F5-9359AC36F229}" destId="{9D0EAAB2-5C64-4938-9381-1F52F9A49660}" srcOrd="0" destOrd="0" presId="urn:microsoft.com/office/officeart/2018/2/layout/IconVerticalSolidList"/>
    <dgm:cxn modelId="{2FE24D36-4405-4DD1-A127-24EE56668F32}" type="presParOf" srcId="{0F6C1BCF-DFE1-425A-86F5-9359AC36F229}" destId="{34797501-AF7B-46C0-B353-73CBDB5746F4}" srcOrd="1" destOrd="0" presId="urn:microsoft.com/office/officeart/2018/2/layout/IconVerticalSolidList"/>
    <dgm:cxn modelId="{03F24438-3F8B-4810-AC08-5AF31A36B12A}" type="presParOf" srcId="{0F6C1BCF-DFE1-425A-86F5-9359AC36F229}" destId="{BBE19011-CE50-46E5-802F-FA16A64E3E0D}" srcOrd="2" destOrd="0" presId="urn:microsoft.com/office/officeart/2018/2/layout/IconVerticalSolidList"/>
    <dgm:cxn modelId="{BA3C8ABC-BD24-4C8C-8CEB-623E20BC03C0}" type="presParOf" srcId="{0F6C1BCF-DFE1-425A-86F5-9359AC36F229}" destId="{AA7626CE-9E2B-463B-8A75-C579ECCFEE4E}" srcOrd="3" destOrd="0" presId="urn:microsoft.com/office/officeart/2018/2/layout/IconVerticalSolidList"/>
    <dgm:cxn modelId="{61889EB8-9064-4DFC-B94D-5726ED3C3C48}" type="presParOf" srcId="{E506379F-1239-4694-9C03-3208712C874F}" destId="{255B8350-FF99-4C49-8016-E9CB7D48F8D6}" srcOrd="1" destOrd="0" presId="urn:microsoft.com/office/officeart/2018/2/layout/IconVerticalSolidList"/>
    <dgm:cxn modelId="{04C9569A-B2E9-4A90-9BA4-8D7176B83876}" type="presParOf" srcId="{E506379F-1239-4694-9C03-3208712C874F}" destId="{F0F686AD-4615-4438-A0B5-4B48AC70C531}" srcOrd="2" destOrd="0" presId="urn:microsoft.com/office/officeart/2018/2/layout/IconVerticalSolidList"/>
    <dgm:cxn modelId="{6343861F-3CC5-4BA7-A76A-D833462683CF}" type="presParOf" srcId="{F0F686AD-4615-4438-A0B5-4B48AC70C531}" destId="{47D9032F-C4D2-4608-8122-465E5280A4E4}" srcOrd="0" destOrd="0" presId="urn:microsoft.com/office/officeart/2018/2/layout/IconVerticalSolidList"/>
    <dgm:cxn modelId="{ED05C05F-E9F0-4F87-9224-63CFFD5F49E4}" type="presParOf" srcId="{F0F686AD-4615-4438-A0B5-4B48AC70C531}" destId="{5F09C548-8DEA-4A95-BFF5-5425AD4D2CEA}" srcOrd="1" destOrd="0" presId="urn:microsoft.com/office/officeart/2018/2/layout/IconVerticalSolidList"/>
    <dgm:cxn modelId="{3428FA67-C402-4BA8-AD3B-C79AE2814466}" type="presParOf" srcId="{F0F686AD-4615-4438-A0B5-4B48AC70C531}" destId="{9817E2F6-E068-4104-82C2-01E7D803F58F}" srcOrd="2" destOrd="0" presId="urn:microsoft.com/office/officeart/2018/2/layout/IconVerticalSolidList"/>
    <dgm:cxn modelId="{FD849F8E-AF68-49C8-91AE-8D17F36E5278}" type="presParOf" srcId="{F0F686AD-4615-4438-A0B5-4B48AC70C531}" destId="{35663A3C-BBC1-4BC3-95A9-4E30DD1D352E}" srcOrd="3" destOrd="0" presId="urn:microsoft.com/office/officeart/2018/2/layout/IconVerticalSolidList"/>
    <dgm:cxn modelId="{B3537395-6EE4-4409-ACDB-D03598C37E60}" type="presParOf" srcId="{E506379F-1239-4694-9C03-3208712C874F}" destId="{ACC475C0-2C84-436A-8042-5C55645BF9EA}" srcOrd="3" destOrd="0" presId="urn:microsoft.com/office/officeart/2018/2/layout/IconVerticalSolidList"/>
    <dgm:cxn modelId="{4C699376-5A9F-46FF-84AD-E72444BA316C}" type="presParOf" srcId="{E506379F-1239-4694-9C03-3208712C874F}" destId="{327244DC-2831-4FDC-8B20-90D2F4106392}" srcOrd="4" destOrd="0" presId="urn:microsoft.com/office/officeart/2018/2/layout/IconVerticalSolidList"/>
    <dgm:cxn modelId="{57590E36-C1F8-4C8B-874D-57232733972A}" type="presParOf" srcId="{327244DC-2831-4FDC-8B20-90D2F4106392}" destId="{2159F427-33DB-484E-8D45-57FFD8041895}" srcOrd="0" destOrd="0" presId="urn:microsoft.com/office/officeart/2018/2/layout/IconVerticalSolidList"/>
    <dgm:cxn modelId="{930581CC-4950-4FB1-9E3A-D1CC25A5FDFD}" type="presParOf" srcId="{327244DC-2831-4FDC-8B20-90D2F4106392}" destId="{E709F0DB-280C-4322-A2CF-87A9F23CB420}" srcOrd="1" destOrd="0" presId="urn:microsoft.com/office/officeart/2018/2/layout/IconVerticalSolidList"/>
    <dgm:cxn modelId="{994FFFFE-AA20-445C-B06E-F4118453CEAE}" type="presParOf" srcId="{327244DC-2831-4FDC-8B20-90D2F4106392}" destId="{96C4D08C-7F67-414F-8680-D2A49BDED7F7}" srcOrd="2" destOrd="0" presId="urn:microsoft.com/office/officeart/2018/2/layout/IconVerticalSolidList"/>
    <dgm:cxn modelId="{1933BFB0-DA06-465B-AF69-D2A38F11003A}" type="presParOf" srcId="{327244DC-2831-4FDC-8B20-90D2F4106392}" destId="{F298EEE0-3CFF-48A1-AD62-D27F934743C2}" srcOrd="3" destOrd="0" presId="urn:microsoft.com/office/officeart/2018/2/layout/IconVerticalSolidList"/>
    <dgm:cxn modelId="{5128F248-89FD-401C-93F2-4D0FE215B993}" type="presParOf" srcId="{E506379F-1239-4694-9C03-3208712C874F}" destId="{084C5B86-A9AC-43FC-B14F-9091E8963B32}" srcOrd="5" destOrd="0" presId="urn:microsoft.com/office/officeart/2018/2/layout/IconVerticalSolidList"/>
    <dgm:cxn modelId="{A8496CED-7BC1-4646-AA46-B8CE9FE81A50}" type="presParOf" srcId="{E506379F-1239-4694-9C03-3208712C874F}" destId="{01A20FB4-37F9-4934-A5DC-11B6BA2C7146}" srcOrd="6" destOrd="0" presId="urn:microsoft.com/office/officeart/2018/2/layout/IconVerticalSolidList"/>
    <dgm:cxn modelId="{7EDCE4B8-F5F8-4BE9-92B7-46B2C41EFFF1}" type="presParOf" srcId="{01A20FB4-37F9-4934-A5DC-11B6BA2C7146}" destId="{498F28CB-CFFD-4513-A5CF-E6619AFC1EEA}" srcOrd="0" destOrd="0" presId="urn:microsoft.com/office/officeart/2018/2/layout/IconVerticalSolidList"/>
    <dgm:cxn modelId="{773F5844-F0B1-4C5A-A41D-8BDF32EF9A27}" type="presParOf" srcId="{01A20FB4-37F9-4934-A5DC-11B6BA2C7146}" destId="{85EB6970-110D-44FD-B3D2-ABC52BAF4160}" srcOrd="1" destOrd="0" presId="urn:microsoft.com/office/officeart/2018/2/layout/IconVerticalSolidList"/>
    <dgm:cxn modelId="{3ECF3659-FDB5-476F-A8A9-AB757725EFFC}" type="presParOf" srcId="{01A20FB4-37F9-4934-A5DC-11B6BA2C7146}" destId="{3D05D400-B83B-4212-AFDD-3CD2A702FBF1}" srcOrd="2" destOrd="0" presId="urn:microsoft.com/office/officeart/2018/2/layout/IconVerticalSolidList"/>
    <dgm:cxn modelId="{B46C48B3-4630-4279-8BEB-75CDF5D9BD8E}" type="presParOf" srcId="{01A20FB4-37F9-4934-A5DC-11B6BA2C7146}" destId="{0821F0F5-FCE2-47EA-BDB2-A3341DCBA72F}" srcOrd="3" destOrd="0" presId="urn:microsoft.com/office/officeart/2018/2/layout/IconVerticalSolidList"/>
    <dgm:cxn modelId="{E1F53180-037A-4514-9572-E057292291AB}" type="presParOf" srcId="{E506379F-1239-4694-9C03-3208712C874F}" destId="{21F2DD0A-A51F-49E1-B359-CADB78ACB138}" srcOrd="7" destOrd="0" presId="urn:microsoft.com/office/officeart/2018/2/layout/IconVerticalSolidList"/>
    <dgm:cxn modelId="{0268C88A-4FEE-4C3D-8CBA-BF4E2CD9EEFD}" type="presParOf" srcId="{E506379F-1239-4694-9C03-3208712C874F}" destId="{66378D08-C040-4F84-A9F3-A8727C0E9984}" srcOrd="8" destOrd="0" presId="urn:microsoft.com/office/officeart/2018/2/layout/IconVerticalSolidList"/>
    <dgm:cxn modelId="{A369F9F2-B5A6-4C1D-A039-280E3DB08076}" type="presParOf" srcId="{66378D08-C040-4F84-A9F3-A8727C0E9984}" destId="{3360E5C0-979D-4603-B1F2-4717ADCFA16F}" srcOrd="0" destOrd="0" presId="urn:microsoft.com/office/officeart/2018/2/layout/IconVerticalSolidList"/>
    <dgm:cxn modelId="{A418DEA6-8438-4323-8B7D-A29297E7C624}" type="presParOf" srcId="{66378D08-C040-4F84-A9F3-A8727C0E9984}" destId="{2F99FDD5-5FBF-4D01-BB9E-6AEF350EC52C}" srcOrd="1" destOrd="0" presId="urn:microsoft.com/office/officeart/2018/2/layout/IconVerticalSolidList"/>
    <dgm:cxn modelId="{E1D5B8C0-9E33-43B5-852E-BB2DD28FB595}" type="presParOf" srcId="{66378D08-C040-4F84-A9F3-A8727C0E9984}" destId="{07648099-B27F-4A42-A7B9-AB8CA68DB37B}" srcOrd="2" destOrd="0" presId="urn:microsoft.com/office/officeart/2018/2/layout/IconVerticalSolidList"/>
    <dgm:cxn modelId="{6F11A1B8-1972-4E6D-A8E8-2BDEF9BD208D}" type="presParOf" srcId="{66378D08-C040-4F84-A9F3-A8727C0E9984}" destId="{B9D14B49-FFBB-476E-AD42-58F460E769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97DB01-222D-4744-A280-CA033C7766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863EFE-722D-4512-8B64-156DEC2AEBA4}">
      <dgm:prSet/>
      <dgm:spPr/>
      <dgm:t>
        <a:bodyPr/>
        <a:lstStyle/>
        <a:p>
          <a:r>
            <a:rPr lang="en-US"/>
            <a:t>Descriptive statistics and EDA revealed patterns: Loan Approval ≈ 76% Not Approved, 24% Approved.</a:t>
          </a:r>
        </a:p>
      </dgm:t>
    </dgm:pt>
    <dgm:pt modelId="{241AF807-E5E5-43B1-96CC-5009B612EE6D}" type="parTrans" cxnId="{69C1F908-3641-4728-B6A5-B9A14583C8E7}">
      <dgm:prSet/>
      <dgm:spPr/>
      <dgm:t>
        <a:bodyPr/>
        <a:lstStyle/>
        <a:p>
          <a:endParaRPr lang="en-US"/>
        </a:p>
      </dgm:t>
    </dgm:pt>
    <dgm:pt modelId="{68790D6F-276A-471C-B9BF-1E7DE55811BE}" type="sibTrans" cxnId="{69C1F908-3641-4728-B6A5-B9A14583C8E7}">
      <dgm:prSet/>
      <dgm:spPr/>
      <dgm:t>
        <a:bodyPr/>
        <a:lstStyle/>
        <a:p>
          <a:endParaRPr lang="en-US"/>
        </a:p>
      </dgm:t>
    </dgm:pt>
    <dgm:pt modelId="{EFEBDAE8-193D-40EB-B574-7755AAA59BB5}">
      <dgm:prSet/>
      <dgm:spPr/>
      <dgm:t>
        <a:bodyPr/>
        <a:lstStyle/>
        <a:p>
          <a:r>
            <a:rPr lang="en-US"/>
            <a:t>Strong predictors: Income, Debt-to-Income Ratio, Credit Score.</a:t>
          </a:r>
        </a:p>
      </dgm:t>
    </dgm:pt>
    <dgm:pt modelId="{AB6E31F6-8C85-49A9-B62E-89044A116E4D}" type="parTrans" cxnId="{C6DB7862-1DCA-4257-B5E6-C09EF5C994A2}">
      <dgm:prSet/>
      <dgm:spPr/>
      <dgm:t>
        <a:bodyPr/>
        <a:lstStyle/>
        <a:p>
          <a:endParaRPr lang="en-US"/>
        </a:p>
      </dgm:t>
    </dgm:pt>
    <dgm:pt modelId="{60BD9A60-0E4F-42CB-AEF5-6CB66FFCF6F9}" type="sibTrans" cxnId="{C6DB7862-1DCA-4257-B5E6-C09EF5C994A2}">
      <dgm:prSet/>
      <dgm:spPr/>
      <dgm:t>
        <a:bodyPr/>
        <a:lstStyle/>
        <a:p>
          <a:endParaRPr lang="en-US"/>
        </a:p>
      </dgm:t>
    </dgm:pt>
    <dgm:pt modelId="{27022A0A-B150-426A-B3A5-E5C0112C189A}">
      <dgm:prSet/>
      <dgm:spPr/>
      <dgm:t>
        <a:bodyPr/>
        <a:lstStyle/>
        <a:p>
          <a:r>
            <a:rPr lang="en-US"/>
            <a:t>Risk Score negatively correlated with Loan Approval.</a:t>
          </a:r>
        </a:p>
      </dgm:t>
    </dgm:pt>
    <dgm:pt modelId="{B9EA2FD5-43F1-499E-AA4B-1AECBCAD1AAA}" type="parTrans" cxnId="{795768D7-1EE9-419F-BEFB-36951B13BF20}">
      <dgm:prSet/>
      <dgm:spPr/>
      <dgm:t>
        <a:bodyPr/>
        <a:lstStyle/>
        <a:p>
          <a:endParaRPr lang="en-US"/>
        </a:p>
      </dgm:t>
    </dgm:pt>
    <dgm:pt modelId="{8D38DF7A-2A78-4509-9713-22E8D9EADB80}" type="sibTrans" cxnId="{795768D7-1EE9-419F-BEFB-36951B13BF20}">
      <dgm:prSet/>
      <dgm:spPr/>
      <dgm:t>
        <a:bodyPr/>
        <a:lstStyle/>
        <a:p>
          <a:endParaRPr lang="en-US"/>
        </a:p>
      </dgm:t>
    </dgm:pt>
    <dgm:pt modelId="{884EDDD9-13B1-4CCF-89A9-B3A0A5FF8CA6}" type="pres">
      <dgm:prSet presAssocID="{B297DB01-222D-4744-A280-CA033C7766BB}" presName="linear" presStyleCnt="0">
        <dgm:presLayoutVars>
          <dgm:animLvl val="lvl"/>
          <dgm:resizeHandles val="exact"/>
        </dgm:presLayoutVars>
      </dgm:prSet>
      <dgm:spPr/>
    </dgm:pt>
    <dgm:pt modelId="{B27F7097-6602-46B2-9A02-3D27A87C74E0}" type="pres">
      <dgm:prSet presAssocID="{52863EFE-722D-4512-8B64-156DEC2AEB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3445C7A-756B-42F6-A7DC-3BA76A66F541}" type="pres">
      <dgm:prSet presAssocID="{68790D6F-276A-471C-B9BF-1E7DE55811BE}" presName="spacer" presStyleCnt="0"/>
      <dgm:spPr/>
    </dgm:pt>
    <dgm:pt modelId="{7176C215-A75F-416E-8608-8B3CEEB49264}" type="pres">
      <dgm:prSet presAssocID="{EFEBDAE8-193D-40EB-B574-7755AAA59BB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580BE5D-91D7-469E-BB66-434FCB362A28}" type="pres">
      <dgm:prSet presAssocID="{60BD9A60-0E4F-42CB-AEF5-6CB66FFCF6F9}" presName="spacer" presStyleCnt="0"/>
      <dgm:spPr/>
    </dgm:pt>
    <dgm:pt modelId="{AC401916-A3EB-4AE8-A68F-D4DAD274551E}" type="pres">
      <dgm:prSet presAssocID="{27022A0A-B150-426A-B3A5-E5C0112C189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9C1F908-3641-4728-B6A5-B9A14583C8E7}" srcId="{B297DB01-222D-4744-A280-CA033C7766BB}" destId="{52863EFE-722D-4512-8B64-156DEC2AEBA4}" srcOrd="0" destOrd="0" parTransId="{241AF807-E5E5-43B1-96CC-5009B612EE6D}" sibTransId="{68790D6F-276A-471C-B9BF-1E7DE55811BE}"/>
    <dgm:cxn modelId="{C6DB7862-1DCA-4257-B5E6-C09EF5C994A2}" srcId="{B297DB01-222D-4744-A280-CA033C7766BB}" destId="{EFEBDAE8-193D-40EB-B574-7755AAA59BB5}" srcOrd="1" destOrd="0" parTransId="{AB6E31F6-8C85-49A9-B62E-89044A116E4D}" sibTransId="{60BD9A60-0E4F-42CB-AEF5-6CB66FFCF6F9}"/>
    <dgm:cxn modelId="{92CAAD4C-CA65-4FD3-8291-0651A594D45E}" type="presOf" srcId="{B297DB01-222D-4744-A280-CA033C7766BB}" destId="{884EDDD9-13B1-4CCF-89A9-B3A0A5FF8CA6}" srcOrd="0" destOrd="0" presId="urn:microsoft.com/office/officeart/2005/8/layout/vList2"/>
    <dgm:cxn modelId="{27DF7DBD-99A9-4D4E-B827-B7DC40356BFE}" type="presOf" srcId="{52863EFE-722D-4512-8B64-156DEC2AEBA4}" destId="{B27F7097-6602-46B2-9A02-3D27A87C74E0}" srcOrd="0" destOrd="0" presId="urn:microsoft.com/office/officeart/2005/8/layout/vList2"/>
    <dgm:cxn modelId="{3A98F0C6-0CF1-403B-87C9-2ED473289139}" type="presOf" srcId="{EFEBDAE8-193D-40EB-B574-7755AAA59BB5}" destId="{7176C215-A75F-416E-8608-8B3CEEB49264}" srcOrd="0" destOrd="0" presId="urn:microsoft.com/office/officeart/2005/8/layout/vList2"/>
    <dgm:cxn modelId="{795768D7-1EE9-419F-BEFB-36951B13BF20}" srcId="{B297DB01-222D-4744-A280-CA033C7766BB}" destId="{27022A0A-B150-426A-B3A5-E5C0112C189A}" srcOrd="2" destOrd="0" parTransId="{B9EA2FD5-43F1-499E-AA4B-1AECBCAD1AAA}" sibTransId="{8D38DF7A-2A78-4509-9713-22E8D9EADB80}"/>
    <dgm:cxn modelId="{9BF67AF4-46C9-42A2-81C5-1E415F532A69}" type="presOf" srcId="{27022A0A-B150-426A-B3A5-E5C0112C189A}" destId="{AC401916-A3EB-4AE8-A68F-D4DAD274551E}" srcOrd="0" destOrd="0" presId="urn:microsoft.com/office/officeart/2005/8/layout/vList2"/>
    <dgm:cxn modelId="{A1F8FE34-9EE5-4295-A578-CD67234D8ACB}" type="presParOf" srcId="{884EDDD9-13B1-4CCF-89A9-B3A0A5FF8CA6}" destId="{B27F7097-6602-46B2-9A02-3D27A87C74E0}" srcOrd="0" destOrd="0" presId="urn:microsoft.com/office/officeart/2005/8/layout/vList2"/>
    <dgm:cxn modelId="{46146843-9B43-4150-B1CC-514493DD1729}" type="presParOf" srcId="{884EDDD9-13B1-4CCF-89A9-B3A0A5FF8CA6}" destId="{53445C7A-756B-42F6-A7DC-3BA76A66F541}" srcOrd="1" destOrd="0" presId="urn:microsoft.com/office/officeart/2005/8/layout/vList2"/>
    <dgm:cxn modelId="{51D48FEF-3A48-49B7-B157-FE2F02EFFE65}" type="presParOf" srcId="{884EDDD9-13B1-4CCF-89A9-B3A0A5FF8CA6}" destId="{7176C215-A75F-416E-8608-8B3CEEB49264}" srcOrd="2" destOrd="0" presId="urn:microsoft.com/office/officeart/2005/8/layout/vList2"/>
    <dgm:cxn modelId="{1E4DD0D2-C551-47D8-AB9E-E08DA2EE76A6}" type="presParOf" srcId="{884EDDD9-13B1-4CCF-89A9-B3A0A5FF8CA6}" destId="{8580BE5D-91D7-469E-BB66-434FCB362A28}" srcOrd="3" destOrd="0" presId="urn:microsoft.com/office/officeart/2005/8/layout/vList2"/>
    <dgm:cxn modelId="{2C764247-F147-45DA-8457-13D9832B1DA0}" type="presParOf" srcId="{884EDDD9-13B1-4CCF-89A9-B3A0A5FF8CA6}" destId="{AC401916-A3EB-4AE8-A68F-D4DAD274551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6D5133-701E-481E-94D0-57766EFD41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4FDA99-1379-4EF2-929E-38EF6F8ECD85}">
      <dgm:prSet/>
      <dgm:spPr/>
      <dgm:t>
        <a:bodyPr/>
        <a:lstStyle/>
        <a:p>
          <a:r>
            <a:rPr lang="en-US"/>
            <a:t>Build and validate predictive models (classification &amp; regression).</a:t>
          </a:r>
        </a:p>
      </dgm:t>
    </dgm:pt>
    <dgm:pt modelId="{343CBD42-4164-4D15-BB56-24612E81ACB1}" type="parTrans" cxnId="{DD285B52-B397-4280-8885-E4E2E2DE95A7}">
      <dgm:prSet/>
      <dgm:spPr/>
      <dgm:t>
        <a:bodyPr/>
        <a:lstStyle/>
        <a:p>
          <a:endParaRPr lang="en-US"/>
        </a:p>
      </dgm:t>
    </dgm:pt>
    <dgm:pt modelId="{A454C7D0-9226-4DC5-B92E-17D23728ADB3}" type="sibTrans" cxnId="{DD285B52-B397-4280-8885-E4E2E2DE95A7}">
      <dgm:prSet/>
      <dgm:spPr/>
      <dgm:t>
        <a:bodyPr/>
        <a:lstStyle/>
        <a:p>
          <a:endParaRPr lang="en-US"/>
        </a:p>
      </dgm:t>
    </dgm:pt>
    <dgm:pt modelId="{E124AE63-47ED-4CD9-814F-6E08468EF7B4}">
      <dgm:prSet/>
      <dgm:spPr/>
      <dgm:t>
        <a:bodyPr/>
        <a:lstStyle/>
        <a:p>
          <a:r>
            <a:rPr lang="en-US"/>
            <a:t>Evaluate performance using accuracy, precision, recall, RMSE.</a:t>
          </a:r>
        </a:p>
      </dgm:t>
    </dgm:pt>
    <dgm:pt modelId="{784978B3-28ED-4F76-9BB3-A2C36527032A}" type="parTrans" cxnId="{15816D54-DDAA-45B3-8211-2F60BAAC0CF2}">
      <dgm:prSet/>
      <dgm:spPr/>
      <dgm:t>
        <a:bodyPr/>
        <a:lstStyle/>
        <a:p>
          <a:endParaRPr lang="en-US"/>
        </a:p>
      </dgm:t>
    </dgm:pt>
    <dgm:pt modelId="{9B2566D3-B1D0-4050-BB23-F1FD25943E57}" type="sibTrans" cxnId="{15816D54-DDAA-45B3-8211-2F60BAAC0CF2}">
      <dgm:prSet/>
      <dgm:spPr/>
      <dgm:t>
        <a:bodyPr/>
        <a:lstStyle/>
        <a:p>
          <a:endParaRPr lang="en-US"/>
        </a:p>
      </dgm:t>
    </dgm:pt>
    <dgm:pt modelId="{B90BCCC5-6A1F-4196-82F5-E56F05179738}">
      <dgm:prSet/>
      <dgm:spPr/>
      <dgm:t>
        <a:bodyPr/>
        <a:lstStyle/>
        <a:p>
          <a:r>
            <a:rPr lang="en-US"/>
            <a:t>Address potential overfitting.</a:t>
          </a:r>
        </a:p>
      </dgm:t>
    </dgm:pt>
    <dgm:pt modelId="{0C76BACD-B4D6-41E3-BDE9-DBFD611731BC}" type="parTrans" cxnId="{C76736A8-7108-46AA-8344-4C787DB3706A}">
      <dgm:prSet/>
      <dgm:spPr/>
      <dgm:t>
        <a:bodyPr/>
        <a:lstStyle/>
        <a:p>
          <a:endParaRPr lang="en-US"/>
        </a:p>
      </dgm:t>
    </dgm:pt>
    <dgm:pt modelId="{814A7FED-5502-418C-B116-244306CF8BBF}" type="sibTrans" cxnId="{C76736A8-7108-46AA-8344-4C787DB3706A}">
      <dgm:prSet/>
      <dgm:spPr/>
      <dgm:t>
        <a:bodyPr/>
        <a:lstStyle/>
        <a:p>
          <a:endParaRPr lang="en-US"/>
        </a:p>
      </dgm:t>
    </dgm:pt>
    <dgm:pt modelId="{CEAA8B55-D2A6-4960-A1D8-C747F70F9175}">
      <dgm:prSet/>
      <dgm:spPr/>
      <dgm:t>
        <a:bodyPr/>
        <a:lstStyle/>
        <a:p>
          <a:r>
            <a:rPr lang="en-US"/>
            <a:t>Explore clustering or segmentation to identify borrower profiles</a:t>
          </a:r>
        </a:p>
      </dgm:t>
    </dgm:pt>
    <dgm:pt modelId="{D8167718-EB4A-4AF8-9CA0-777E63859FBF}" type="parTrans" cxnId="{0F6E8A1A-048D-40D5-BB8A-19D3FD5EA0B4}">
      <dgm:prSet/>
      <dgm:spPr/>
      <dgm:t>
        <a:bodyPr/>
        <a:lstStyle/>
        <a:p>
          <a:endParaRPr lang="en-US"/>
        </a:p>
      </dgm:t>
    </dgm:pt>
    <dgm:pt modelId="{F4939DDC-B697-4DF2-81DD-8476F1A42A95}" type="sibTrans" cxnId="{0F6E8A1A-048D-40D5-BB8A-19D3FD5EA0B4}">
      <dgm:prSet/>
      <dgm:spPr/>
      <dgm:t>
        <a:bodyPr/>
        <a:lstStyle/>
        <a:p>
          <a:endParaRPr lang="en-US"/>
        </a:p>
      </dgm:t>
    </dgm:pt>
    <dgm:pt modelId="{21A3E2D5-1BA9-4D49-BEF8-4AC171B575AF}" type="pres">
      <dgm:prSet presAssocID="{986D5133-701E-481E-94D0-57766EFD4161}" presName="root" presStyleCnt="0">
        <dgm:presLayoutVars>
          <dgm:dir/>
          <dgm:resizeHandles val="exact"/>
        </dgm:presLayoutVars>
      </dgm:prSet>
      <dgm:spPr/>
    </dgm:pt>
    <dgm:pt modelId="{BD26BA4B-ECDC-4E0B-B296-0288BD106CC1}" type="pres">
      <dgm:prSet presAssocID="{434FDA99-1379-4EF2-929E-38EF6F8ECD85}" presName="compNode" presStyleCnt="0"/>
      <dgm:spPr/>
    </dgm:pt>
    <dgm:pt modelId="{E1CE2DFE-D7B0-4B06-8B30-DC1291FC3FB8}" type="pres">
      <dgm:prSet presAssocID="{434FDA99-1379-4EF2-929E-38EF6F8ECD85}" presName="bgRect" presStyleLbl="bgShp" presStyleIdx="0" presStyleCnt="4"/>
      <dgm:spPr/>
    </dgm:pt>
    <dgm:pt modelId="{AAEA031C-F325-46B5-9BC5-875960EC2C29}" type="pres">
      <dgm:prSet presAssocID="{434FDA99-1379-4EF2-929E-38EF6F8ECD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B061F98-4F77-4A9E-ADC0-46E7C256D45A}" type="pres">
      <dgm:prSet presAssocID="{434FDA99-1379-4EF2-929E-38EF6F8ECD85}" presName="spaceRect" presStyleCnt="0"/>
      <dgm:spPr/>
    </dgm:pt>
    <dgm:pt modelId="{E3294836-1C2D-456D-8D9D-9B157B32ED57}" type="pres">
      <dgm:prSet presAssocID="{434FDA99-1379-4EF2-929E-38EF6F8ECD85}" presName="parTx" presStyleLbl="revTx" presStyleIdx="0" presStyleCnt="4">
        <dgm:presLayoutVars>
          <dgm:chMax val="0"/>
          <dgm:chPref val="0"/>
        </dgm:presLayoutVars>
      </dgm:prSet>
      <dgm:spPr/>
    </dgm:pt>
    <dgm:pt modelId="{CD9FACA5-3A59-41E5-8661-53A57586EF97}" type="pres">
      <dgm:prSet presAssocID="{A454C7D0-9226-4DC5-B92E-17D23728ADB3}" presName="sibTrans" presStyleCnt="0"/>
      <dgm:spPr/>
    </dgm:pt>
    <dgm:pt modelId="{AF19F327-B7E5-4E60-9C58-94E79A5CE978}" type="pres">
      <dgm:prSet presAssocID="{E124AE63-47ED-4CD9-814F-6E08468EF7B4}" presName="compNode" presStyleCnt="0"/>
      <dgm:spPr/>
    </dgm:pt>
    <dgm:pt modelId="{8BB6591B-7AA5-4A9B-AD10-39EE179B68E1}" type="pres">
      <dgm:prSet presAssocID="{E124AE63-47ED-4CD9-814F-6E08468EF7B4}" presName="bgRect" presStyleLbl="bgShp" presStyleIdx="1" presStyleCnt="4"/>
      <dgm:spPr/>
    </dgm:pt>
    <dgm:pt modelId="{D3B42671-9D82-4BCF-84CC-AAA1EC425CA6}" type="pres">
      <dgm:prSet presAssocID="{E124AE63-47ED-4CD9-814F-6E08468EF7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19979E08-F6F7-4A20-AC8E-1C2C300CDD68}" type="pres">
      <dgm:prSet presAssocID="{E124AE63-47ED-4CD9-814F-6E08468EF7B4}" presName="spaceRect" presStyleCnt="0"/>
      <dgm:spPr/>
    </dgm:pt>
    <dgm:pt modelId="{78A47A95-A19A-4011-834C-B58440F35A7A}" type="pres">
      <dgm:prSet presAssocID="{E124AE63-47ED-4CD9-814F-6E08468EF7B4}" presName="parTx" presStyleLbl="revTx" presStyleIdx="1" presStyleCnt="4">
        <dgm:presLayoutVars>
          <dgm:chMax val="0"/>
          <dgm:chPref val="0"/>
        </dgm:presLayoutVars>
      </dgm:prSet>
      <dgm:spPr/>
    </dgm:pt>
    <dgm:pt modelId="{029F66CF-33B1-4B4F-B7FD-9DCD12A26E33}" type="pres">
      <dgm:prSet presAssocID="{9B2566D3-B1D0-4050-BB23-F1FD25943E57}" presName="sibTrans" presStyleCnt="0"/>
      <dgm:spPr/>
    </dgm:pt>
    <dgm:pt modelId="{792261F6-F344-4846-AD16-F5D50A824547}" type="pres">
      <dgm:prSet presAssocID="{B90BCCC5-6A1F-4196-82F5-E56F05179738}" presName="compNode" presStyleCnt="0"/>
      <dgm:spPr/>
    </dgm:pt>
    <dgm:pt modelId="{2F5C96C1-D50C-4F9C-8CD7-0460BE70F0B4}" type="pres">
      <dgm:prSet presAssocID="{B90BCCC5-6A1F-4196-82F5-E56F05179738}" presName="bgRect" presStyleLbl="bgShp" presStyleIdx="2" presStyleCnt="4"/>
      <dgm:spPr/>
    </dgm:pt>
    <dgm:pt modelId="{448ED84A-3E4B-4410-9DBE-3AEB6CABDAB0}" type="pres">
      <dgm:prSet presAssocID="{B90BCCC5-6A1F-4196-82F5-E56F051797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FBC46273-0B9B-41C8-A5B8-AAD1149C8668}" type="pres">
      <dgm:prSet presAssocID="{B90BCCC5-6A1F-4196-82F5-E56F05179738}" presName="spaceRect" presStyleCnt="0"/>
      <dgm:spPr/>
    </dgm:pt>
    <dgm:pt modelId="{DB094014-0610-4771-A27B-D83F02EA9125}" type="pres">
      <dgm:prSet presAssocID="{B90BCCC5-6A1F-4196-82F5-E56F05179738}" presName="parTx" presStyleLbl="revTx" presStyleIdx="2" presStyleCnt="4">
        <dgm:presLayoutVars>
          <dgm:chMax val="0"/>
          <dgm:chPref val="0"/>
        </dgm:presLayoutVars>
      </dgm:prSet>
      <dgm:spPr/>
    </dgm:pt>
    <dgm:pt modelId="{0CE1C576-2B89-4267-BF9F-6487F6D629A6}" type="pres">
      <dgm:prSet presAssocID="{814A7FED-5502-418C-B116-244306CF8BBF}" presName="sibTrans" presStyleCnt="0"/>
      <dgm:spPr/>
    </dgm:pt>
    <dgm:pt modelId="{FA190F7B-5DE0-40F8-842A-524B08CA580E}" type="pres">
      <dgm:prSet presAssocID="{CEAA8B55-D2A6-4960-A1D8-C747F70F9175}" presName="compNode" presStyleCnt="0"/>
      <dgm:spPr/>
    </dgm:pt>
    <dgm:pt modelId="{1A1AEC6F-F087-4B1F-8BC8-3E46902B0F84}" type="pres">
      <dgm:prSet presAssocID="{CEAA8B55-D2A6-4960-A1D8-C747F70F9175}" presName="bgRect" presStyleLbl="bgShp" presStyleIdx="3" presStyleCnt="4"/>
      <dgm:spPr/>
    </dgm:pt>
    <dgm:pt modelId="{0B228733-40E9-4856-B4B9-051322648887}" type="pres">
      <dgm:prSet presAssocID="{CEAA8B55-D2A6-4960-A1D8-C747F70F917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3287B3F-4764-452F-9B7C-55640FA00DE6}" type="pres">
      <dgm:prSet presAssocID="{CEAA8B55-D2A6-4960-A1D8-C747F70F9175}" presName="spaceRect" presStyleCnt="0"/>
      <dgm:spPr/>
    </dgm:pt>
    <dgm:pt modelId="{0341E4E4-21C3-484A-9E0C-0F2D6AD64191}" type="pres">
      <dgm:prSet presAssocID="{CEAA8B55-D2A6-4960-A1D8-C747F70F91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4E9E406-AFD3-43BB-926A-AD7F00CB879D}" type="presOf" srcId="{CEAA8B55-D2A6-4960-A1D8-C747F70F9175}" destId="{0341E4E4-21C3-484A-9E0C-0F2D6AD64191}" srcOrd="0" destOrd="0" presId="urn:microsoft.com/office/officeart/2018/2/layout/IconVerticalSolidList"/>
    <dgm:cxn modelId="{0F6E8A1A-048D-40D5-BB8A-19D3FD5EA0B4}" srcId="{986D5133-701E-481E-94D0-57766EFD4161}" destId="{CEAA8B55-D2A6-4960-A1D8-C747F70F9175}" srcOrd="3" destOrd="0" parTransId="{D8167718-EB4A-4AF8-9CA0-777E63859FBF}" sibTransId="{F4939DDC-B697-4DF2-81DD-8476F1A42A95}"/>
    <dgm:cxn modelId="{52E82F2A-6C86-4A0A-BF2B-175ADBA88625}" type="presOf" srcId="{986D5133-701E-481E-94D0-57766EFD4161}" destId="{21A3E2D5-1BA9-4D49-BEF8-4AC171B575AF}" srcOrd="0" destOrd="0" presId="urn:microsoft.com/office/officeart/2018/2/layout/IconVerticalSolidList"/>
    <dgm:cxn modelId="{A83F8733-8319-4939-8F76-C6F26072BC66}" type="presOf" srcId="{B90BCCC5-6A1F-4196-82F5-E56F05179738}" destId="{DB094014-0610-4771-A27B-D83F02EA9125}" srcOrd="0" destOrd="0" presId="urn:microsoft.com/office/officeart/2018/2/layout/IconVerticalSolidList"/>
    <dgm:cxn modelId="{DD285B52-B397-4280-8885-E4E2E2DE95A7}" srcId="{986D5133-701E-481E-94D0-57766EFD4161}" destId="{434FDA99-1379-4EF2-929E-38EF6F8ECD85}" srcOrd="0" destOrd="0" parTransId="{343CBD42-4164-4D15-BB56-24612E81ACB1}" sibTransId="{A454C7D0-9226-4DC5-B92E-17D23728ADB3}"/>
    <dgm:cxn modelId="{15816D54-DDAA-45B3-8211-2F60BAAC0CF2}" srcId="{986D5133-701E-481E-94D0-57766EFD4161}" destId="{E124AE63-47ED-4CD9-814F-6E08468EF7B4}" srcOrd="1" destOrd="0" parTransId="{784978B3-28ED-4F76-9BB3-A2C36527032A}" sibTransId="{9B2566D3-B1D0-4050-BB23-F1FD25943E57}"/>
    <dgm:cxn modelId="{73D06D85-CFFF-4144-890F-F0888B27F8B1}" type="presOf" srcId="{434FDA99-1379-4EF2-929E-38EF6F8ECD85}" destId="{E3294836-1C2D-456D-8D9D-9B157B32ED57}" srcOrd="0" destOrd="0" presId="urn:microsoft.com/office/officeart/2018/2/layout/IconVerticalSolidList"/>
    <dgm:cxn modelId="{C76736A8-7108-46AA-8344-4C787DB3706A}" srcId="{986D5133-701E-481E-94D0-57766EFD4161}" destId="{B90BCCC5-6A1F-4196-82F5-E56F05179738}" srcOrd="2" destOrd="0" parTransId="{0C76BACD-B4D6-41E3-BDE9-DBFD611731BC}" sibTransId="{814A7FED-5502-418C-B116-244306CF8BBF}"/>
    <dgm:cxn modelId="{EAFA9FD4-A64C-4C75-A1A4-52A8483C7156}" type="presOf" srcId="{E124AE63-47ED-4CD9-814F-6E08468EF7B4}" destId="{78A47A95-A19A-4011-834C-B58440F35A7A}" srcOrd="0" destOrd="0" presId="urn:microsoft.com/office/officeart/2018/2/layout/IconVerticalSolidList"/>
    <dgm:cxn modelId="{FFE5FBE8-4F90-4F51-9803-EAC7238C80D1}" type="presParOf" srcId="{21A3E2D5-1BA9-4D49-BEF8-4AC171B575AF}" destId="{BD26BA4B-ECDC-4E0B-B296-0288BD106CC1}" srcOrd="0" destOrd="0" presId="urn:microsoft.com/office/officeart/2018/2/layout/IconVerticalSolidList"/>
    <dgm:cxn modelId="{A49E2E7B-B6DA-49D8-BE07-1CFA1E79B846}" type="presParOf" srcId="{BD26BA4B-ECDC-4E0B-B296-0288BD106CC1}" destId="{E1CE2DFE-D7B0-4B06-8B30-DC1291FC3FB8}" srcOrd="0" destOrd="0" presId="urn:microsoft.com/office/officeart/2018/2/layout/IconVerticalSolidList"/>
    <dgm:cxn modelId="{E03002D3-C758-4D7E-B07D-21AAEFC20CA5}" type="presParOf" srcId="{BD26BA4B-ECDC-4E0B-B296-0288BD106CC1}" destId="{AAEA031C-F325-46B5-9BC5-875960EC2C29}" srcOrd="1" destOrd="0" presId="urn:microsoft.com/office/officeart/2018/2/layout/IconVerticalSolidList"/>
    <dgm:cxn modelId="{CE00D024-ED08-474A-96CB-C0F9E22AF987}" type="presParOf" srcId="{BD26BA4B-ECDC-4E0B-B296-0288BD106CC1}" destId="{4B061F98-4F77-4A9E-ADC0-46E7C256D45A}" srcOrd="2" destOrd="0" presId="urn:microsoft.com/office/officeart/2018/2/layout/IconVerticalSolidList"/>
    <dgm:cxn modelId="{6E5047AA-BFB9-4EA0-8112-A767E46B0B0F}" type="presParOf" srcId="{BD26BA4B-ECDC-4E0B-B296-0288BD106CC1}" destId="{E3294836-1C2D-456D-8D9D-9B157B32ED57}" srcOrd="3" destOrd="0" presId="urn:microsoft.com/office/officeart/2018/2/layout/IconVerticalSolidList"/>
    <dgm:cxn modelId="{9383C3EE-9220-43CC-AE32-BE9778BC6934}" type="presParOf" srcId="{21A3E2D5-1BA9-4D49-BEF8-4AC171B575AF}" destId="{CD9FACA5-3A59-41E5-8661-53A57586EF97}" srcOrd="1" destOrd="0" presId="urn:microsoft.com/office/officeart/2018/2/layout/IconVerticalSolidList"/>
    <dgm:cxn modelId="{7B4D9AC4-BC9F-4350-AC47-3F44AB23D4AB}" type="presParOf" srcId="{21A3E2D5-1BA9-4D49-BEF8-4AC171B575AF}" destId="{AF19F327-B7E5-4E60-9C58-94E79A5CE978}" srcOrd="2" destOrd="0" presId="urn:microsoft.com/office/officeart/2018/2/layout/IconVerticalSolidList"/>
    <dgm:cxn modelId="{0D0DBBC3-0E71-46F4-A6A2-E5F6C9DA46BC}" type="presParOf" srcId="{AF19F327-B7E5-4E60-9C58-94E79A5CE978}" destId="{8BB6591B-7AA5-4A9B-AD10-39EE179B68E1}" srcOrd="0" destOrd="0" presId="urn:microsoft.com/office/officeart/2018/2/layout/IconVerticalSolidList"/>
    <dgm:cxn modelId="{B68F6243-DBFB-468A-B612-12AFF56B49DA}" type="presParOf" srcId="{AF19F327-B7E5-4E60-9C58-94E79A5CE978}" destId="{D3B42671-9D82-4BCF-84CC-AAA1EC425CA6}" srcOrd="1" destOrd="0" presId="urn:microsoft.com/office/officeart/2018/2/layout/IconVerticalSolidList"/>
    <dgm:cxn modelId="{FE7EB20B-D47D-43E3-9062-1A3C65A7B1B0}" type="presParOf" srcId="{AF19F327-B7E5-4E60-9C58-94E79A5CE978}" destId="{19979E08-F6F7-4A20-AC8E-1C2C300CDD68}" srcOrd="2" destOrd="0" presId="urn:microsoft.com/office/officeart/2018/2/layout/IconVerticalSolidList"/>
    <dgm:cxn modelId="{0CCD9A49-754F-4DEB-8492-17AE437F50A5}" type="presParOf" srcId="{AF19F327-B7E5-4E60-9C58-94E79A5CE978}" destId="{78A47A95-A19A-4011-834C-B58440F35A7A}" srcOrd="3" destOrd="0" presId="urn:microsoft.com/office/officeart/2018/2/layout/IconVerticalSolidList"/>
    <dgm:cxn modelId="{F8B3612C-B2CB-4755-AC2B-4377FA2080F3}" type="presParOf" srcId="{21A3E2D5-1BA9-4D49-BEF8-4AC171B575AF}" destId="{029F66CF-33B1-4B4F-B7FD-9DCD12A26E33}" srcOrd="3" destOrd="0" presId="urn:microsoft.com/office/officeart/2018/2/layout/IconVerticalSolidList"/>
    <dgm:cxn modelId="{CA3D215D-AA1F-4F6F-9BA6-8011E9DEBCD9}" type="presParOf" srcId="{21A3E2D5-1BA9-4D49-BEF8-4AC171B575AF}" destId="{792261F6-F344-4846-AD16-F5D50A824547}" srcOrd="4" destOrd="0" presId="urn:microsoft.com/office/officeart/2018/2/layout/IconVerticalSolidList"/>
    <dgm:cxn modelId="{57C79D3B-F4D9-4ECF-B3F9-98FCA83FFFE6}" type="presParOf" srcId="{792261F6-F344-4846-AD16-F5D50A824547}" destId="{2F5C96C1-D50C-4F9C-8CD7-0460BE70F0B4}" srcOrd="0" destOrd="0" presId="urn:microsoft.com/office/officeart/2018/2/layout/IconVerticalSolidList"/>
    <dgm:cxn modelId="{0D408281-53C7-41FC-A9FD-EA5796368CA3}" type="presParOf" srcId="{792261F6-F344-4846-AD16-F5D50A824547}" destId="{448ED84A-3E4B-4410-9DBE-3AEB6CABDAB0}" srcOrd="1" destOrd="0" presId="urn:microsoft.com/office/officeart/2018/2/layout/IconVerticalSolidList"/>
    <dgm:cxn modelId="{1FC0BFF8-C134-443E-A4AC-347BB69A12A8}" type="presParOf" srcId="{792261F6-F344-4846-AD16-F5D50A824547}" destId="{FBC46273-0B9B-41C8-A5B8-AAD1149C8668}" srcOrd="2" destOrd="0" presId="urn:microsoft.com/office/officeart/2018/2/layout/IconVerticalSolidList"/>
    <dgm:cxn modelId="{787DB9B8-79A1-439C-8438-470ED96B4C64}" type="presParOf" srcId="{792261F6-F344-4846-AD16-F5D50A824547}" destId="{DB094014-0610-4771-A27B-D83F02EA9125}" srcOrd="3" destOrd="0" presId="urn:microsoft.com/office/officeart/2018/2/layout/IconVerticalSolidList"/>
    <dgm:cxn modelId="{2D80C595-E901-4E4A-A489-96224958E524}" type="presParOf" srcId="{21A3E2D5-1BA9-4D49-BEF8-4AC171B575AF}" destId="{0CE1C576-2B89-4267-BF9F-6487F6D629A6}" srcOrd="5" destOrd="0" presId="urn:microsoft.com/office/officeart/2018/2/layout/IconVerticalSolidList"/>
    <dgm:cxn modelId="{4AC9DC84-28B7-472A-AE6D-1601D4570C93}" type="presParOf" srcId="{21A3E2D5-1BA9-4D49-BEF8-4AC171B575AF}" destId="{FA190F7B-5DE0-40F8-842A-524B08CA580E}" srcOrd="6" destOrd="0" presId="urn:microsoft.com/office/officeart/2018/2/layout/IconVerticalSolidList"/>
    <dgm:cxn modelId="{8D782C00-71A9-451D-A88E-4AC989E38900}" type="presParOf" srcId="{FA190F7B-5DE0-40F8-842A-524B08CA580E}" destId="{1A1AEC6F-F087-4B1F-8BC8-3E46902B0F84}" srcOrd="0" destOrd="0" presId="urn:microsoft.com/office/officeart/2018/2/layout/IconVerticalSolidList"/>
    <dgm:cxn modelId="{DF6FF115-E417-4B06-AC51-DEFCA0DAA922}" type="presParOf" srcId="{FA190F7B-5DE0-40F8-842A-524B08CA580E}" destId="{0B228733-40E9-4856-B4B9-051322648887}" srcOrd="1" destOrd="0" presId="urn:microsoft.com/office/officeart/2018/2/layout/IconVerticalSolidList"/>
    <dgm:cxn modelId="{5A8796D3-EF17-4CC5-892C-9D16AC384421}" type="presParOf" srcId="{FA190F7B-5DE0-40F8-842A-524B08CA580E}" destId="{93287B3F-4764-452F-9B7C-55640FA00DE6}" srcOrd="2" destOrd="0" presId="urn:microsoft.com/office/officeart/2018/2/layout/IconVerticalSolidList"/>
    <dgm:cxn modelId="{C1A1254E-3F55-4DBC-A02B-F56A8F535C30}" type="presParOf" srcId="{FA190F7B-5DE0-40F8-842A-524B08CA580E}" destId="{0341E4E4-21C3-484A-9E0C-0F2D6AD641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D1AD60-D9BC-4B77-A519-0C9B90ABCCEC}">
      <dsp:nvSpPr>
        <dsp:cNvPr id="0" name=""/>
        <dsp:cNvSpPr/>
      </dsp:nvSpPr>
      <dsp:spPr>
        <a:xfrm>
          <a:off x="0" y="4138"/>
          <a:ext cx="101965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F6AE1-F941-4EA4-ACF7-7345AF2F6CB1}">
      <dsp:nvSpPr>
        <dsp:cNvPr id="0" name=""/>
        <dsp:cNvSpPr/>
      </dsp:nvSpPr>
      <dsp:spPr>
        <a:xfrm>
          <a:off x="0" y="4138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Project Overview</a:t>
          </a:r>
        </a:p>
      </dsp:txBody>
      <dsp:txXfrm>
        <a:off x="0" y="4138"/>
        <a:ext cx="10196513" cy="769690"/>
      </dsp:txXfrm>
    </dsp:sp>
    <dsp:sp modelId="{A6196196-4E39-4C67-8E47-EEF5ED314FB8}">
      <dsp:nvSpPr>
        <dsp:cNvPr id="0" name=""/>
        <dsp:cNvSpPr/>
      </dsp:nvSpPr>
      <dsp:spPr>
        <a:xfrm>
          <a:off x="0" y="773828"/>
          <a:ext cx="10196513" cy="0"/>
        </a:xfrm>
        <a:prstGeom prst="line">
          <a:avLst/>
        </a:prstGeom>
        <a:solidFill>
          <a:schemeClr val="accent2">
            <a:hueOff val="3904"/>
            <a:satOff val="-2688"/>
            <a:lumOff val="-686"/>
            <a:alphaOff val="0"/>
          </a:schemeClr>
        </a:solidFill>
        <a:ln w="15875" cap="flat" cmpd="sng" algn="ctr">
          <a:solidFill>
            <a:schemeClr val="accent2">
              <a:hueOff val="3904"/>
              <a:satOff val="-2688"/>
              <a:lumOff val="-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DBC57-E9CF-49DD-B8B7-F171D1546A59}">
      <dsp:nvSpPr>
        <dsp:cNvPr id="0" name=""/>
        <dsp:cNvSpPr/>
      </dsp:nvSpPr>
      <dsp:spPr>
        <a:xfrm>
          <a:off x="0" y="773828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Proposed Solutions</a:t>
          </a:r>
        </a:p>
      </dsp:txBody>
      <dsp:txXfrm>
        <a:off x="0" y="773828"/>
        <a:ext cx="10196513" cy="769690"/>
      </dsp:txXfrm>
    </dsp:sp>
    <dsp:sp modelId="{C481A22F-1C0F-4F79-AFD1-50DB77197CE2}">
      <dsp:nvSpPr>
        <dsp:cNvPr id="0" name=""/>
        <dsp:cNvSpPr/>
      </dsp:nvSpPr>
      <dsp:spPr>
        <a:xfrm>
          <a:off x="0" y="1543518"/>
          <a:ext cx="10196513" cy="0"/>
        </a:xfrm>
        <a:prstGeom prst="line">
          <a:avLst/>
        </a:prstGeom>
        <a:solidFill>
          <a:schemeClr val="accent2">
            <a:hueOff val="7808"/>
            <a:satOff val="-5375"/>
            <a:lumOff val="-1373"/>
            <a:alphaOff val="0"/>
          </a:schemeClr>
        </a:solidFill>
        <a:ln w="15875" cap="flat" cmpd="sng" algn="ctr">
          <a:solidFill>
            <a:schemeClr val="accent2">
              <a:hueOff val="7808"/>
              <a:satOff val="-5375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1093C-09DF-47AA-B6AC-819049D61EEE}">
      <dsp:nvSpPr>
        <dsp:cNvPr id="0" name=""/>
        <dsp:cNvSpPr/>
      </dsp:nvSpPr>
      <dsp:spPr>
        <a:xfrm>
          <a:off x="0" y="1543518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Dataset Description</a:t>
          </a:r>
        </a:p>
      </dsp:txBody>
      <dsp:txXfrm>
        <a:off x="0" y="1543518"/>
        <a:ext cx="10196513" cy="769690"/>
      </dsp:txXfrm>
    </dsp:sp>
    <dsp:sp modelId="{2E5C4A82-B14B-47C7-A0AD-F672ED1CE39F}">
      <dsp:nvSpPr>
        <dsp:cNvPr id="0" name=""/>
        <dsp:cNvSpPr/>
      </dsp:nvSpPr>
      <dsp:spPr>
        <a:xfrm>
          <a:off x="0" y="2313208"/>
          <a:ext cx="10196513" cy="0"/>
        </a:xfrm>
        <a:prstGeom prst="line">
          <a:avLst/>
        </a:prstGeom>
        <a:solidFill>
          <a:schemeClr val="accent2">
            <a:hueOff val="11711"/>
            <a:satOff val="-8063"/>
            <a:lumOff val="-2059"/>
            <a:alphaOff val="0"/>
          </a:schemeClr>
        </a:solidFill>
        <a:ln w="15875" cap="flat" cmpd="sng" algn="ctr">
          <a:solidFill>
            <a:schemeClr val="accent2">
              <a:hueOff val="11711"/>
              <a:satOff val="-8063"/>
              <a:lumOff val="-2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18DE5-E2CA-4D80-AF13-782E6ABB2719}">
      <dsp:nvSpPr>
        <dsp:cNvPr id="0" name=""/>
        <dsp:cNvSpPr/>
      </dsp:nvSpPr>
      <dsp:spPr>
        <a:xfrm>
          <a:off x="0" y="2313208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Descriptive Statistics</a:t>
          </a:r>
        </a:p>
      </dsp:txBody>
      <dsp:txXfrm>
        <a:off x="0" y="2313208"/>
        <a:ext cx="10196513" cy="769690"/>
      </dsp:txXfrm>
    </dsp:sp>
    <dsp:sp modelId="{2A5255DF-A55D-45A3-9502-7CC95A343F64}">
      <dsp:nvSpPr>
        <dsp:cNvPr id="0" name=""/>
        <dsp:cNvSpPr/>
      </dsp:nvSpPr>
      <dsp:spPr>
        <a:xfrm>
          <a:off x="0" y="3082898"/>
          <a:ext cx="10196513" cy="0"/>
        </a:xfrm>
        <a:prstGeom prst="line">
          <a:avLst/>
        </a:prstGeom>
        <a:solidFill>
          <a:schemeClr val="accent2">
            <a:hueOff val="15615"/>
            <a:satOff val="-10750"/>
            <a:lumOff val="-2745"/>
            <a:alphaOff val="0"/>
          </a:schemeClr>
        </a:solidFill>
        <a:ln w="15875" cap="flat" cmpd="sng" algn="ctr">
          <a:solidFill>
            <a:schemeClr val="accent2">
              <a:hueOff val="15615"/>
              <a:satOff val="-1075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B299A-3CA7-425F-8198-60BAB23533F3}">
      <dsp:nvSpPr>
        <dsp:cNvPr id="0" name=""/>
        <dsp:cNvSpPr/>
      </dsp:nvSpPr>
      <dsp:spPr>
        <a:xfrm>
          <a:off x="0" y="3082898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Preprocessing (Missing Values, Duplicates, Inflation Adjustment, Treatment of Outliers, Encoding, Scaling)</a:t>
          </a:r>
        </a:p>
      </dsp:txBody>
      <dsp:txXfrm>
        <a:off x="0" y="3082898"/>
        <a:ext cx="10196513" cy="769690"/>
      </dsp:txXfrm>
    </dsp:sp>
    <dsp:sp modelId="{5A0703F6-2CC0-4EC9-B34D-9D8CC08B7F19}">
      <dsp:nvSpPr>
        <dsp:cNvPr id="0" name=""/>
        <dsp:cNvSpPr/>
      </dsp:nvSpPr>
      <dsp:spPr>
        <a:xfrm>
          <a:off x="0" y="3852588"/>
          <a:ext cx="10196513" cy="0"/>
        </a:xfrm>
        <a:prstGeom prst="line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accent2">
              <a:hueOff val="19519"/>
              <a:satOff val="-13438"/>
              <a:lumOff val="-3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903DE-B750-4053-BF9E-3DFBE1253004}">
      <dsp:nvSpPr>
        <dsp:cNvPr id="0" name=""/>
        <dsp:cNvSpPr/>
      </dsp:nvSpPr>
      <dsp:spPr>
        <a:xfrm>
          <a:off x="0" y="3852588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Visualization of Key Numeric and Categorical Features</a:t>
          </a:r>
        </a:p>
      </dsp:txBody>
      <dsp:txXfrm>
        <a:off x="0" y="3852588"/>
        <a:ext cx="10196513" cy="769690"/>
      </dsp:txXfrm>
    </dsp:sp>
    <dsp:sp modelId="{FADB7A9C-B996-4405-9894-62FEA725C77D}">
      <dsp:nvSpPr>
        <dsp:cNvPr id="0" name=""/>
        <dsp:cNvSpPr/>
      </dsp:nvSpPr>
      <dsp:spPr>
        <a:xfrm>
          <a:off x="0" y="4622279"/>
          <a:ext cx="10196513" cy="0"/>
        </a:xfrm>
        <a:prstGeom prst="line">
          <a:avLst/>
        </a:prstGeom>
        <a:solidFill>
          <a:schemeClr val="accent2">
            <a:hueOff val="23423"/>
            <a:satOff val="-16126"/>
            <a:lumOff val="-4118"/>
            <a:alphaOff val="0"/>
          </a:schemeClr>
        </a:solidFill>
        <a:ln w="15875" cap="flat" cmpd="sng" algn="ctr">
          <a:solidFill>
            <a:schemeClr val="accent2">
              <a:hueOff val="23423"/>
              <a:satOff val="-16126"/>
              <a:lumOff val="-4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32CBF-7D9F-4C5D-BC66-978ABFEC8AA6}">
      <dsp:nvSpPr>
        <dsp:cNvPr id="0" name=""/>
        <dsp:cNvSpPr/>
      </dsp:nvSpPr>
      <dsp:spPr>
        <a:xfrm>
          <a:off x="0" y="4622279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Correlation Heatmap</a:t>
          </a:r>
        </a:p>
      </dsp:txBody>
      <dsp:txXfrm>
        <a:off x="0" y="4622279"/>
        <a:ext cx="10196513" cy="769690"/>
      </dsp:txXfrm>
    </dsp:sp>
    <dsp:sp modelId="{E15E9AB3-DB42-417A-9ECC-1CC0ABF2B8B9}">
      <dsp:nvSpPr>
        <dsp:cNvPr id="0" name=""/>
        <dsp:cNvSpPr/>
      </dsp:nvSpPr>
      <dsp:spPr>
        <a:xfrm>
          <a:off x="0" y="5391969"/>
          <a:ext cx="10196513" cy="0"/>
        </a:xfrm>
        <a:prstGeom prst="line">
          <a:avLst/>
        </a:prstGeom>
        <a:solidFill>
          <a:schemeClr val="accent2">
            <a:hueOff val="27327"/>
            <a:satOff val="-18813"/>
            <a:lumOff val="-4804"/>
            <a:alphaOff val="0"/>
          </a:schemeClr>
        </a:solidFill>
        <a:ln w="15875" cap="flat" cmpd="sng" algn="ctr">
          <a:solidFill>
            <a:schemeClr val="accent2">
              <a:hueOff val="27327"/>
              <a:satOff val="-18813"/>
              <a:lumOff val="-4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2A129-5EB1-464B-8B28-59BA13C4D600}">
      <dsp:nvSpPr>
        <dsp:cNvPr id="0" name=""/>
        <dsp:cNvSpPr/>
      </dsp:nvSpPr>
      <dsp:spPr>
        <a:xfrm>
          <a:off x="0" y="5391969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EDA (Understanding Key Relationships)</a:t>
          </a:r>
        </a:p>
      </dsp:txBody>
      <dsp:txXfrm>
        <a:off x="0" y="5391969"/>
        <a:ext cx="10196513" cy="769690"/>
      </dsp:txXfrm>
    </dsp:sp>
    <dsp:sp modelId="{2FB46174-778A-4700-927D-EC3E29B1D57C}">
      <dsp:nvSpPr>
        <dsp:cNvPr id="0" name=""/>
        <dsp:cNvSpPr/>
      </dsp:nvSpPr>
      <dsp:spPr>
        <a:xfrm>
          <a:off x="0" y="6161659"/>
          <a:ext cx="10196513" cy="0"/>
        </a:xfrm>
        <a:prstGeom prst="line">
          <a:avLst/>
        </a:prstGeom>
        <a:solidFill>
          <a:schemeClr val="accent2">
            <a:hueOff val="31230"/>
            <a:satOff val="-21501"/>
            <a:lumOff val="-5490"/>
            <a:alphaOff val="0"/>
          </a:schemeClr>
        </a:solidFill>
        <a:ln w="15875" cap="flat" cmpd="sng" algn="ctr">
          <a:solidFill>
            <a:schemeClr val="accent2">
              <a:hueOff val="31230"/>
              <a:satOff val="-21501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55C39-7B29-42CA-B9E7-105A2054F730}">
      <dsp:nvSpPr>
        <dsp:cNvPr id="0" name=""/>
        <dsp:cNvSpPr/>
      </dsp:nvSpPr>
      <dsp:spPr>
        <a:xfrm>
          <a:off x="0" y="6161659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Summary and Implications</a:t>
          </a:r>
        </a:p>
      </dsp:txBody>
      <dsp:txXfrm>
        <a:off x="0" y="6161659"/>
        <a:ext cx="10196513" cy="769690"/>
      </dsp:txXfrm>
    </dsp:sp>
    <dsp:sp modelId="{A63A4974-4A35-4907-8FA0-EBCD96B0645D}">
      <dsp:nvSpPr>
        <dsp:cNvPr id="0" name=""/>
        <dsp:cNvSpPr/>
      </dsp:nvSpPr>
      <dsp:spPr>
        <a:xfrm>
          <a:off x="0" y="6931349"/>
          <a:ext cx="10196513" cy="0"/>
        </a:xfrm>
        <a:prstGeom prst="line">
          <a:avLst/>
        </a:prstGeom>
        <a:solidFill>
          <a:schemeClr val="accent2">
            <a:hueOff val="35134"/>
            <a:satOff val="-24188"/>
            <a:lumOff val="-6177"/>
            <a:alphaOff val="0"/>
          </a:schemeClr>
        </a:solidFill>
        <a:ln w="15875" cap="flat" cmpd="sng" algn="ctr">
          <a:solidFill>
            <a:schemeClr val="accent2">
              <a:hueOff val="35134"/>
              <a:satOff val="-24188"/>
              <a:lumOff val="-6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DC6FC-B209-430D-AB54-6DEEBB3BC1C4}">
      <dsp:nvSpPr>
        <dsp:cNvPr id="0" name=""/>
        <dsp:cNvSpPr/>
      </dsp:nvSpPr>
      <dsp:spPr>
        <a:xfrm>
          <a:off x="0" y="6931349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Next Steps</a:t>
          </a:r>
        </a:p>
      </dsp:txBody>
      <dsp:txXfrm>
        <a:off x="0" y="6931349"/>
        <a:ext cx="10196513" cy="769690"/>
      </dsp:txXfrm>
    </dsp:sp>
    <dsp:sp modelId="{ACE2BDCB-09AA-4D41-8896-5C5558AFA09F}">
      <dsp:nvSpPr>
        <dsp:cNvPr id="0" name=""/>
        <dsp:cNvSpPr/>
      </dsp:nvSpPr>
      <dsp:spPr>
        <a:xfrm>
          <a:off x="0" y="7701039"/>
          <a:ext cx="10196513" cy="0"/>
        </a:xfrm>
        <a:prstGeom prst="line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9130E-2029-427A-8772-0D5864DAB1ED}">
      <dsp:nvSpPr>
        <dsp:cNvPr id="0" name=""/>
        <dsp:cNvSpPr/>
      </dsp:nvSpPr>
      <dsp:spPr>
        <a:xfrm>
          <a:off x="0" y="7701039"/>
          <a:ext cx="10196513" cy="769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Challenges</a:t>
          </a:r>
        </a:p>
      </dsp:txBody>
      <dsp:txXfrm>
        <a:off x="0" y="7701039"/>
        <a:ext cx="10196513" cy="769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A2246-7DD6-4567-9FD1-969638FF1E8D}">
      <dsp:nvSpPr>
        <dsp:cNvPr id="0" name=""/>
        <dsp:cNvSpPr/>
      </dsp:nvSpPr>
      <dsp:spPr>
        <a:xfrm>
          <a:off x="0" y="5115031"/>
          <a:ext cx="10196513" cy="335601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277368" rIns="277368" bIns="2773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Limitations of Rule-based Systems:</a:t>
          </a:r>
        </a:p>
      </dsp:txBody>
      <dsp:txXfrm>
        <a:off x="0" y="5115031"/>
        <a:ext cx="10196513" cy="1812247"/>
      </dsp:txXfrm>
    </dsp:sp>
    <dsp:sp modelId="{BC1175B2-9307-4BCE-BB0E-8CC8FADCC86E}">
      <dsp:nvSpPr>
        <dsp:cNvPr id="0" name=""/>
        <dsp:cNvSpPr/>
      </dsp:nvSpPr>
      <dsp:spPr>
        <a:xfrm>
          <a:off x="1244" y="6860159"/>
          <a:ext cx="2038804" cy="154376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Time-consuming</a:t>
          </a:r>
        </a:p>
      </dsp:txBody>
      <dsp:txXfrm>
        <a:off x="1244" y="6860159"/>
        <a:ext cx="2038804" cy="1543766"/>
      </dsp:txXfrm>
    </dsp:sp>
    <dsp:sp modelId="{7ADEB130-8F59-40C1-8849-1D93B8B30A59}">
      <dsp:nvSpPr>
        <dsp:cNvPr id="0" name=""/>
        <dsp:cNvSpPr/>
      </dsp:nvSpPr>
      <dsp:spPr>
        <a:xfrm>
          <a:off x="2040049" y="6860159"/>
          <a:ext cx="2038804" cy="1543766"/>
        </a:xfrm>
        <a:prstGeom prst="rect">
          <a:avLst/>
        </a:prstGeom>
        <a:solidFill>
          <a:schemeClr val="accent2">
            <a:tint val="40000"/>
            <a:alpha val="90000"/>
            <a:hueOff val="61800"/>
            <a:satOff val="-5954"/>
            <a:lumOff val="-62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61800"/>
              <a:satOff val="-5954"/>
              <a:lumOff val="-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Rigid and inflexible</a:t>
          </a:r>
        </a:p>
      </dsp:txBody>
      <dsp:txXfrm>
        <a:off x="2040049" y="6860159"/>
        <a:ext cx="2038804" cy="1543766"/>
      </dsp:txXfrm>
    </dsp:sp>
    <dsp:sp modelId="{D8DE8071-D39B-43C4-8415-30DFD8073360}">
      <dsp:nvSpPr>
        <dsp:cNvPr id="0" name=""/>
        <dsp:cNvSpPr/>
      </dsp:nvSpPr>
      <dsp:spPr>
        <a:xfrm>
          <a:off x="4078854" y="6860159"/>
          <a:ext cx="2038804" cy="1543766"/>
        </a:xfrm>
        <a:prstGeom prst="rect">
          <a:avLst/>
        </a:prstGeom>
        <a:solidFill>
          <a:schemeClr val="accent2">
            <a:tint val="40000"/>
            <a:alpha val="90000"/>
            <a:hueOff val="123599"/>
            <a:satOff val="-11908"/>
            <a:lumOff val="-125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23599"/>
              <a:satOff val="-11908"/>
              <a:lumOff val="-12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Ignores complex interactions</a:t>
          </a:r>
        </a:p>
      </dsp:txBody>
      <dsp:txXfrm>
        <a:off x="4078854" y="6860159"/>
        <a:ext cx="2038804" cy="1543766"/>
      </dsp:txXfrm>
    </dsp:sp>
    <dsp:sp modelId="{BFCC5C46-C00A-400E-AA0E-8113CB0AD1E6}">
      <dsp:nvSpPr>
        <dsp:cNvPr id="0" name=""/>
        <dsp:cNvSpPr/>
      </dsp:nvSpPr>
      <dsp:spPr>
        <a:xfrm>
          <a:off x="6117658" y="6860159"/>
          <a:ext cx="2038804" cy="1543766"/>
        </a:xfrm>
        <a:prstGeom prst="rect">
          <a:avLst/>
        </a:prstGeom>
        <a:solidFill>
          <a:schemeClr val="accent2">
            <a:tint val="40000"/>
            <a:alpha val="90000"/>
            <a:hueOff val="185399"/>
            <a:satOff val="-17862"/>
            <a:lumOff val="-188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85399"/>
              <a:satOff val="-17862"/>
              <a:lumOff val="-1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Prone to bias</a:t>
          </a:r>
        </a:p>
      </dsp:txBody>
      <dsp:txXfrm>
        <a:off x="6117658" y="6860159"/>
        <a:ext cx="2038804" cy="1543766"/>
      </dsp:txXfrm>
    </dsp:sp>
    <dsp:sp modelId="{4BA3CA77-2DDB-4F72-B604-23134FF2A985}">
      <dsp:nvSpPr>
        <dsp:cNvPr id="0" name=""/>
        <dsp:cNvSpPr/>
      </dsp:nvSpPr>
      <dsp:spPr>
        <a:xfrm>
          <a:off x="8156463" y="6860159"/>
          <a:ext cx="2038804" cy="1543766"/>
        </a:xfrm>
        <a:prstGeom prst="rect">
          <a:avLst/>
        </a:prstGeom>
        <a:solidFill>
          <a:schemeClr val="accent2">
            <a:tint val="40000"/>
            <a:alpha val="90000"/>
            <a:hueOff val="247198"/>
            <a:satOff val="-23816"/>
            <a:lumOff val="-251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47198"/>
              <a:satOff val="-23816"/>
              <a:lumOff val="-2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34290" rIns="192024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Not predictive</a:t>
          </a:r>
        </a:p>
      </dsp:txBody>
      <dsp:txXfrm>
        <a:off x="8156463" y="6860159"/>
        <a:ext cx="2038804" cy="1543766"/>
      </dsp:txXfrm>
    </dsp:sp>
    <dsp:sp modelId="{EB876622-2368-487F-8D90-117BDB0EFAF4}">
      <dsp:nvSpPr>
        <dsp:cNvPr id="0" name=""/>
        <dsp:cNvSpPr/>
      </dsp:nvSpPr>
      <dsp:spPr>
        <a:xfrm rot="10800000">
          <a:off x="0" y="3821"/>
          <a:ext cx="10196513" cy="5161550"/>
        </a:xfrm>
        <a:prstGeom prst="upArrowCallou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277368" rIns="277368" bIns="2773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Business Problem Overview: At JAF Bank, borrower risk evaluation and loan approval decisions have traditionally relied on manual assessments and rule-based credit scoring systems.</a:t>
          </a:r>
        </a:p>
      </dsp:txBody>
      <dsp:txXfrm rot="10800000">
        <a:off x="0" y="3821"/>
        <a:ext cx="10196513" cy="33538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85D73-40FA-46E1-8A0F-CD45F7CD6D79}">
      <dsp:nvSpPr>
        <dsp:cNvPr id="0" name=""/>
        <dsp:cNvSpPr/>
      </dsp:nvSpPr>
      <dsp:spPr>
        <a:xfrm>
          <a:off x="2320836" y="207863"/>
          <a:ext cx="1898292" cy="18982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9BB441-81B1-4FB4-9901-F0B18E541BA3}">
      <dsp:nvSpPr>
        <dsp:cNvPr id="0" name=""/>
        <dsp:cNvSpPr/>
      </dsp:nvSpPr>
      <dsp:spPr>
        <a:xfrm>
          <a:off x="2725390" y="612417"/>
          <a:ext cx="1089184" cy="10891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1089B-2C28-4D9C-90C7-F1A8FFB85B9A}">
      <dsp:nvSpPr>
        <dsp:cNvPr id="0" name=""/>
        <dsp:cNvSpPr/>
      </dsp:nvSpPr>
      <dsp:spPr>
        <a:xfrm>
          <a:off x="1498300" y="2294443"/>
          <a:ext cx="3543365" cy="1525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Use data processing techniques to ensure model-ready data (Outlier handling, inflation adjustment, encoding).</a:t>
          </a:r>
        </a:p>
      </dsp:txBody>
      <dsp:txXfrm>
        <a:off x="1498300" y="2294443"/>
        <a:ext cx="3543365" cy="1525968"/>
      </dsp:txXfrm>
    </dsp:sp>
    <dsp:sp modelId="{AE7CF5E6-2515-480F-B3DF-B054807F112A}">
      <dsp:nvSpPr>
        <dsp:cNvPr id="0" name=""/>
        <dsp:cNvSpPr/>
      </dsp:nvSpPr>
      <dsp:spPr>
        <a:xfrm>
          <a:off x="6193089" y="153363"/>
          <a:ext cx="1898292" cy="18982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53329-964D-494B-AF52-396217A73C49}">
      <dsp:nvSpPr>
        <dsp:cNvPr id="0" name=""/>
        <dsp:cNvSpPr/>
      </dsp:nvSpPr>
      <dsp:spPr>
        <a:xfrm>
          <a:off x="6597643" y="557917"/>
          <a:ext cx="1089184" cy="10891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7903C-EFAD-42BF-9F7D-5207068388BF}">
      <dsp:nvSpPr>
        <dsp:cNvPr id="0" name=""/>
        <dsp:cNvSpPr/>
      </dsp:nvSpPr>
      <dsp:spPr>
        <a:xfrm>
          <a:off x="5688796" y="2202654"/>
          <a:ext cx="2962145" cy="174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Leverage EDA to discover key relationships between variables.</a:t>
          </a:r>
        </a:p>
      </dsp:txBody>
      <dsp:txXfrm>
        <a:off x="5688796" y="2202654"/>
        <a:ext cx="2962145" cy="1743969"/>
      </dsp:txXfrm>
    </dsp:sp>
    <dsp:sp modelId="{9D1846CD-87F0-4F5B-907F-C5AFEBBC1362}">
      <dsp:nvSpPr>
        <dsp:cNvPr id="0" name=""/>
        <dsp:cNvSpPr/>
      </dsp:nvSpPr>
      <dsp:spPr>
        <a:xfrm>
          <a:off x="2320836" y="4652900"/>
          <a:ext cx="1898292" cy="18982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10212-31BF-4C02-BD58-FFF2E1F530F5}">
      <dsp:nvSpPr>
        <dsp:cNvPr id="0" name=""/>
        <dsp:cNvSpPr/>
      </dsp:nvSpPr>
      <dsp:spPr>
        <a:xfrm>
          <a:off x="2725390" y="5057455"/>
          <a:ext cx="1089184" cy="10891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C901E-BA79-4998-B4F5-5F67C96F12DD}">
      <dsp:nvSpPr>
        <dsp:cNvPr id="0" name=""/>
        <dsp:cNvSpPr/>
      </dsp:nvSpPr>
      <dsp:spPr>
        <a:xfrm>
          <a:off x="1575756" y="6683425"/>
          <a:ext cx="3388452" cy="1638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Identify strongest predictors of loan approval.</a:t>
          </a:r>
        </a:p>
      </dsp:txBody>
      <dsp:txXfrm>
        <a:off x="1575756" y="6683425"/>
        <a:ext cx="3388452" cy="1638079"/>
      </dsp:txXfrm>
    </dsp:sp>
    <dsp:sp modelId="{EF90EBD6-5CF5-4407-BCC9-14D39190F176}">
      <dsp:nvSpPr>
        <dsp:cNvPr id="0" name=""/>
        <dsp:cNvSpPr/>
      </dsp:nvSpPr>
      <dsp:spPr>
        <a:xfrm>
          <a:off x="6115632" y="4656889"/>
          <a:ext cx="1898292" cy="18982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789404-26DD-46E4-8B1E-65E64EBB7B75}">
      <dsp:nvSpPr>
        <dsp:cNvPr id="0" name=""/>
        <dsp:cNvSpPr/>
      </dsp:nvSpPr>
      <dsp:spPr>
        <a:xfrm>
          <a:off x="6520186" y="5061443"/>
          <a:ext cx="1089184" cy="10891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B8224-4BDD-47FD-8651-3306B56081C5}">
      <dsp:nvSpPr>
        <dsp:cNvPr id="0" name=""/>
        <dsp:cNvSpPr/>
      </dsp:nvSpPr>
      <dsp:spPr>
        <a:xfrm>
          <a:off x="5536404" y="6695391"/>
          <a:ext cx="3056749" cy="1622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Develop predictive models to determine the likelihood of loan approval.</a:t>
          </a:r>
        </a:p>
      </dsp:txBody>
      <dsp:txXfrm>
        <a:off x="5536404" y="6695391"/>
        <a:ext cx="3056749" cy="16221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EAAB2-5C64-4938-9381-1F52F9A49660}">
      <dsp:nvSpPr>
        <dsp:cNvPr id="0" name=""/>
        <dsp:cNvSpPr/>
      </dsp:nvSpPr>
      <dsp:spPr>
        <a:xfrm>
          <a:off x="0" y="6620"/>
          <a:ext cx="10196513" cy="14102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97501-AF7B-46C0-B353-73CBDB5746F4}">
      <dsp:nvSpPr>
        <dsp:cNvPr id="0" name=""/>
        <dsp:cNvSpPr/>
      </dsp:nvSpPr>
      <dsp:spPr>
        <a:xfrm>
          <a:off x="426606" y="323931"/>
          <a:ext cx="775649" cy="775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626CE-9E2B-463B-8A75-C579ECCFEE4E}">
      <dsp:nvSpPr>
        <dsp:cNvPr id="0" name=""/>
        <dsp:cNvSpPr/>
      </dsp:nvSpPr>
      <dsp:spPr>
        <a:xfrm>
          <a:off x="1628863" y="6620"/>
          <a:ext cx="8567649" cy="141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54" tIns="149254" rIns="149254" bIns="14925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1. Encoding:</a:t>
          </a:r>
        </a:p>
      </dsp:txBody>
      <dsp:txXfrm>
        <a:off x="1628863" y="6620"/>
        <a:ext cx="8567649" cy="1410271"/>
      </dsp:txXfrm>
    </dsp:sp>
    <dsp:sp modelId="{47D9032F-C4D2-4608-8122-465E5280A4E4}">
      <dsp:nvSpPr>
        <dsp:cNvPr id="0" name=""/>
        <dsp:cNvSpPr/>
      </dsp:nvSpPr>
      <dsp:spPr>
        <a:xfrm>
          <a:off x="0" y="1769459"/>
          <a:ext cx="10196513" cy="14102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9C548-8DEA-4A95-BFF5-5425AD4D2CEA}">
      <dsp:nvSpPr>
        <dsp:cNvPr id="0" name=""/>
        <dsp:cNvSpPr/>
      </dsp:nvSpPr>
      <dsp:spPr>
        <a:xfrm>
          <a:off x="426606" y="2086770"/>
          <a:ext cx="775649" cy="775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63A3C-BBC1-4BC3-95A9-4E30DD1D352E}">
      <dsp:nvSpPr>
        <dsp:cNvPr id="0" name=""/>
        <dsp:cNvSpPr/>
      </dsp:nvSpPr>
      <dsp:spPr>
        <a:xfrm>
          <a:off x="1628863" y="1769459"/>
          <a:ext cx="8567649" cy="141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54" tIns="149254" rIns="149254" bIns="14925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Ordinal Encoding – Education Level</a:t>
          </a:r>
        </a:p>
      </dsp:txBody>
      <dsp:txXfrm>
        <a:off x="1628863" y="1769459"/>
        <a:ext cx="8567649" cy="1410271"/>
      </dsp:txXfrm>
    </dsp:sp>
    <dsp:sp modelId="{2159F427-33DB-484E-8D45-57FFD8041895}">
      <dsp:nvSpPr>
        <dsp:cNvPr id="0" name=""/>
        <dsp:cNvSpPr/>
      </dsp:nvSpPr>
      <dsp:spPr>
        <a:xfrm>
          <a:off x="0" y="3532298"/>
          <a:ext cx="10196513" cy="14102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9F0DB-280C-4322-A2CF-87A9F23CB420}">
      <dsp:nvSpPr>
        <dsp:cNvPr id="0" name=""/>
        <dsp:cNvSpPr/>
      </dsp:nvSpPr>
      <dsp:spPr>
        <a:xfrm>
          <a:off x="426606" y="3849609"/>
          <a:ext cx="775649" cy="775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8EEE0-3CFF-48A1-AD62-D27F934743C2}">
      <dsp:nvSpPr>
        <dsp:cNvPr id="0" name=""/>
        <dsp:cNvSpPr/>
      </dsp:nvSpPr>
      <dsp:spPr>
        <a:xfrm>
          <a:off x="1628863" y="3532298"/>
          <a:ext cx="8567649" cy="141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54" tIns="149254" rIns="149254" bIns="14925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One-Hot Encoding - Employment Status, Marital Status, Home Ownership Status, Loan Purpose</a:t>
          </a:r>
        </a:p>
      </dsp:txBody>
      <dsp:txXfrm>
        <a:off x="1628863" y="3532298"/>
        <a:ext cx="8567649" cy="1410271"/>
      </dsp:txXfrm>
    </dsp:sp>
    <dsp:sp modelId="{498F28CB-CFFD-4513-A5CF-E6619AFC1EEA}">
      <dsp:nvSpPr>
        <dsp:cNvPr id="0" name=""/>
        <dsp:cNvSpPr/>
      </dsp:nvSpPr>
      <dsp:spPr>
        <a:xfrm>
          <a:off x="0" y="5295137"/>
          <a:ext cx="10196513" cy="14102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B6970-110D-44FD-B3D2-ABC52BAF4160}">
      <dsp:nvSpPr>
        <dsp:cNvPr id="0" name=""/>
        <dsp:cNvSpPr/>
      </dsp:nvSpPr>
      <dsp:spPr>
        <a:xfrm>
          <a:off x="426606" y="5612448"/>
          <a:ext cx="775649" cy="775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1F0F5-FCE2-47EA-BDB2-A3341DCBA72F}">
      <dsp:nvSpPr>
        <dsp:cNvPr id="0" name=""/>
        <dsp:cNvSpPr/>
      </dsp:nvSpPr>
      <dsp:spPr>
        <a:xfrm>
          <a:off x="1628863" y="5295137"/>
          <a:ext cx="8567649" cy="141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54" tIns="149254" rIns="149254" bIns="14925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2. Normalization/Standardization</a:t>
          </a:r>
        </a:p>
      </dsp:txBody>
      <dsp:txXfrm>
        <a:off x="1628863" y="5295137"/>
        <a:ext cx="8567649" cy="1410271"/>
      </dsp:txXfrm>
    </dsp:sp>
    <dsp:sp modelId="{3360E5C0-979D-4603-B1F2-4717ADCFA16F}">
      <dsp:nvSpPr>
        <dsp:cNvPr id="0" name=""/>
        <dsp:cNvSpPr/>
      </dsp:nvSpPr>
      <dsp:spPr>
        <a:xfrm>
          <a:off x="0" y="7057976"/>
          <a:ext cx="10196513" cy="14102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9FDD5-5FBF-4D01-BB9E-6AEF350EC52C}">
      <dsp:nvSpPr>
        <dsp:cNvPr id="0" name=""/>
        <dsp:cNvSpPr/>
      </dsp:nvSpPr>
      <dsp:spPr>
        <a:xfrm>
          <a:off x="426606" y="7375286"/>
          <a:ext cx="775649" cy="775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D14B49-FFBB-476E-AD42-58F460E76987}">
      <dsp:nvSpPr>
        <dsp:cNvPr id="0" name=""/>
        <dsp:cNvSpPr/>
      </dsp:nvSpPr>
      <dsp:spPr>
        <a:xfrm>
          <a:off x="1628863" y="7057976"/>
          <a:ext cx="8567649" cy="141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54" tIns="149254" rIns="149254" bIns="14925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Applied </a:t>
          </a:r>
          <a:r>
            <a:rPr lang="en-US" sz="2400" kern="1200" dirty="0" err="1"/>
            <a:t>standardscaler</a:t>
          </a:r>
          <a:r>
            <a:rPr lang="en-US" sz="2400" kern="1200" dirty="0"/>
            <a:t> to numeric variables</a:t>
          </a:r>
        </a:p>
      </dsp:txBody>
      <dsp:txXfrm>
        <a:off x="1628863" y="7057976"/>
        <a:ext cx="8567649" cy="1410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F7097-6602-46B2-9A02-3D27A87C74E0}">
      <dsp:nvSpPr>
        <dsp:cNvPr id="0" name=""/>
        <dsp:cNvSpPr/>
      </dsp:nvSpPr>
      <dsp:spPr>
        <a:xfrm>
          <a:off x="0" y="54549"/>
          <a:ext cx="10196513" cy="26945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Descriptive statistics and EDA revealed patterns: Loan Approval ≈ 76% Not Approved, 24% Approved.</a:t>
          </a:r>
        </a:p>
      </dsp:txBody>
      <dsp:txXfrm>
        <a:off x="131535" y="186084"/>
        <a:ext cx="9933443" cy="2431440"/>
      </dsp:txXfrm>
    </dsp:sp>
    <dsp:sp modelId="{7176C215-A75F-416E-8608-8B3CEEB49264}">
      <dsp:nvSpPr>
        <dsp:cNvPr id="0" name=""/>
        <dsp:cNvSpPr/>
      </dsp:nvSpPr>
      <dsp:spPr>
        <a:xfrm>
          <a:off x="0" y="2890179"/>
          <a:ext cx="10196513" cy="269451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Strong predictors: Income, Debt-to-Income Ratio, Credit Score.</a:t>
          </a:r>
        </a:p>
      </dsp:txBody>
      <dsp:txXfrm>
        <a:off x="131535" y="3021714"/>
        <a:ext cx="9933443" cy="2431440"/>
      </dsp:txXfrm>
    </dsp:sp>
    <dsp:sp modelId="{AC401916-A3EB-4AE8-A68F-D4DAD274551E}">
      <dsp:nvSpPr>
        <dsp:cNvPr id="0" name=""/>
        <dsp:cNvSpPr/>
      </dsp:nvSpPr>
      <dsp:spPr>
        <a:xfrm>
          <a:off x="0" y="5725809"/>
          <a:ext cx="10196513" cy="269451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Risk Score negatively correlated with Loan Approval.</a:t>
          </a:r>
        </a:p>
      </dsp:txBody>
      <dsp:txXfrm>
        <a:off x="131535" y="5857344"/>
        <a:ext cx="9933443" cy="24314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E2DFE-D7B0-4B06-8B30-DC1291FC3FB8}">
      <dsp:nvSpPr>
        <dsp:cNvPr id="0" name=""/>
        <dsp:cNvSpPr/>
      </dsp:nvSpPr>
      <dsp:spPr>
        <a:xfrm>
          <a:off x="0" y="3517"/>
          <a:ext cx="10196513" cy="17827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A031C-F325-46B5-9BC5-875960EC2C29}">
      <dsp:nvSpPr>
        <dsp:cNvPr id="0" name=""/>
        <dsp:cNvSpPr/>
      </dsp:nvSpPr>
      <dsp:spPr>
        <a:xfrm>
          <a:off x="539267" y="404625"/>
          <a:ext cx="980485" cy="9804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94836-1C2D-456D-8D9D-9B157B32ED57}">
      <dsp:nvSpPr>
        <dsp:cNvPr id="0" name=""/>
        <dsp:cNvSpPr/>
      </dsp:nvSpPr>
      <dsp:spPr>
        <a:xfrm>
          <a:off x="2059020" y="3517"/>
          <a:ext cx="8137492" cy="1782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9" tIns="188669" rIns="188669" bIns="1886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 and validate predictive models (classification &amp; regression).</a:t>
          </a:r>
        </a:p>
      </dsp:txBody>
      <dsp:txXfrm>
        <a:off x="2059020" y="3517"/>
        <a:ext cx="8137492" cy="1782701"/>
      </dsp:txXfrm>
    </dsp:sp>
    <dsp:sp modelId="{8BB6591B-7AA5-4A9B-AD10-39EE179B68E1}">
      <dsp:nvSpPr>
        <dsp:cNvPr id="0" name=""/>
        <dsp:cNvSpPr/>
      </dsp:nvSpPr>
      <dsp:spPr>
        <a:xfrm>
          <a:off x="0" y="2231894"/>
          <a:ext cx="10196513" cy="17827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42671-9D82-4BCF-84CC-AAA1EC425CA6}">
      <dsp:nvSpPr>
        <dsp:cNvPr id="0" name=""/>
        <dsp:cNvSpPr/>
      </dsp:nvSpPr>
      <dsp:spPr>
        <a:xfrm>
          <a:off x="539267" y="2633002"/>
          <a:ext cx="980485" cy="9804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47A95-A19A-4011-834C-B58440F35A7A}">
      <dsp:nvSpPr>
        <dsp:cNvPr id="0" name=""/>
        <dsp:cNvSpPr/>
      </dsp:nvSpPr>
      <dsp:spPr>
        <a:xfrm>
          <a:off x="2059020" y="2231894"/>
          <a:ext cx="8137492" cy="1782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9" tIns="188669" rIns="188669" bIns="1886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 performance using accuracy, precision, recall, RMSE.</a:t>
          </a:r>
        </a:p>
      </dsp:txBody>
      <dsp:txXfrm>
        <a:off x="2059020" y="2231894"/>
        <a:ext cx="8137492" cy="1782701"/>
      </dsp:txXfrm>
    </dsp:sp>
    <dsp:sp modelId="{2F5C96C1-D50C-4F9C-8CD7-0460BE70F0B4}">
      <dsp:nvSpPr>
        <dsp:cNvPr id="0" name=""/>
        <dsp:cNvSpPr/>
      </dsp:nvSpPr>
      <dsp:spPr>
        <a:xfrm>
          <a:off x="0" y="4460271"/>
          <a:ext cx="10196513" cy="17827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8ED84A-3E4B-4410-9DBE-3AEB6CABDAB0}">
      <dsp:nvSpPr>
        <dsp:cNvPr id="0" name=""/>
        <dsp:cNvSpPr/>
      </dsp:nvSpPr>
      <dsp:spPr>
        <a:xfrm>
          <a:off x="539267" y="4861379"/>
          <a:ext cx="980485" cy="9804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94014-0610-4771-A27B-D83F02EA9125}">
      <dsp:nvSpPr>
        <dsp:cNvPr id="0" name=""/>
        <dsp:cNvSpPr/>
      </dsp:nvSpPr>
      <dsp:spPr>
        <a:xfrm>
          <a:off x="2059020" y="4460271"/>
          <a:ext cx="8137492" cy="1782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9" tIns="188669" rIns="188669" bIns="1886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Address potential overfitting.</a:t>
          </a:r>
        </a:p>
      </dsp:txBody>
      <dsp:txXfrm>
        <a:off x="2059020" y="4460271"/>
        <a:ext cx="8137492" cy="1782701"/>
      </dsp:txXfrm>
    </dsp:sp>
    <dsp:sp modelId="{1A1AEC6F-F087-4B1F-8BC8-3E46902B0F84}">
      <dsp:nvSpPr>
        <dsp:cNvPr id="0" name=""/>
        <dsp:cNvSpPr/>
      </dsp:nvSpPr>
      <dsp:spPr>
        <a:xfrm>
          <a:off x="0" y="6688648"/>
          <a:ext cx="10196513" cy="17827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28733-40E9-4856-B4B9-051322648887}">
      <dsp:nvSpPr>
        <dsp:cNvPr id="0" name=""/>
        <dsp:cNvSpPr/>
      </dsp:nvSpPr>
      <dsp:spPr>
        <a:xfrm>
          <a:off x="539267" y="7089756"/>
          <a:ext cx="980485" cy="9804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1E4E4-21C3-484A-9E0C-0F2D6AD64191}">
      <dsp:nvSpPr>
        <dsp:cNvPr id="0" name=""/>
        <dsp:cNvSpPr/>
      </dsp:nvSpPr>
      <dsp:spPr>
        <a:xfrm>
          <a:off x="2059020" y="6688648"/>
          <a:ext cx="8137492" cy="1782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669" tIns="188669" rIns="188669" bIns="18866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Explore clustering or segmentation to identify borrower profiles</a:t>
          </a:r>
        </a:p>
      </dsp:txBody>
      <dsp:txXfrm>
        <a:off x="2059020" y="6688648"/>
        <a:ext cx="8137492" cy="1782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711EE-2AA2-4B0A-94AA-FB3830E2477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239C4-458F-4797-8B21-25B599C14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summary, these charts show a clear pattern — lenders seem to favor </a:t>
            </a:r>
            <a:r>
              <a:rPr lang="en-US" b="1" dirty="0"/>
              <a:t>moderate, middle-range profiles</a:t>
            </a:r>
            <a:r>
              <a:rPr lang="en-US" dirty="0"/>
              <a:t>: borrowers in their 30s and 40s, with </a:t>
            </a:r>
            <a:r>
              <a:rPr lang="en-US" b="1" dirty="0"/>
              <a:t>steady but not extreme incomes</a:t>
            </a:r>
            <a:r>
              <a:rPr lang="en-US" dirty="0"/>
              <a:t>, and </a:t>
            </a:r>
            <a:r>
              <a:rPr lang="en-US" b="1" dirty="0"/>
              <a:t>reasonable loan requests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Extreme values — whether it’s </a:t>
            </a:r>
            <a:r>
              <a:rPr lang="en-US" b="1" dirty="0"/>
              <a:t>very young or old age</a:t>
            </a:r>
            <a:r>
              <a:rPr lang="en-US" dirty="0"/>
              <a:t>, </a:t>
            </a:r>
            <a:r>
              <a:rPr lang="en-US" b="1" dirty="0"/>
              <a:t>very high loan amounts</a:t>
            </a:r>
            <a:r>
              <a:rPr lang="en-US" dirty="0"/>
              <a:t>, or </a:t>
            </a:r>
            <a:r>
              <a:rPr lang="en-US" b="1" dirty="0"/>
              <a:t>unusually high income levels</a:t>
            </a:r>
            <a:r>
              <a:rPr lang="en-US" dirty="0"/>
              <a:t> — tend to correlate with lower approval rates.”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239C4-458F-4797-8B21-25B599C143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7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7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8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89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7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43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1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9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5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7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3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2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89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75420" y="0"/>
            <a:ext cx="137160" cy="1028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4920"/>
            <a:ext cx="9189720" cy="1371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-108496"/>
            <a:ext cx="8267700" cy="1039549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100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85801" y="461997"/>
            <a:ext cx="6939929" cy="475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376184">
              <a:lnSpc>
                <a:spcPts val="9461"/>
              </a:lnSpc>
              <a:spcAft>
                <a:spcPts val="726"/>
              </a:spcAft>
            </a:pPr>
            <a:r>
              <a:rPr lang="en-US" sz="6000" b="1" kern="1200" spc="-189" dirty="0">
                <a:solidFill>
                  <a:srgbClr val="000000"/>
                </a:solidFill>
                <a:latin typeface="Cooper BT Light"/>
                <a:ea typeface="+mn-ea"/>
                <a:cs typeface="+mn-cs"/>
                <a:sym typeface="Cooper BT Light"/>
              </a:rPr>
              <a:t>Predictive Modeling for Loan Approval and Borrower Risk Assessment</a:t>
            </a:r>
            <a:endParaRPr lang="en-US" sz="6000" b="1" spc="-229" dirty="0">
              <a:solidFill>
                <a:srgbClr val="000000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685801" y="7055318"/>
            <a:ext cx="8140146" cy="2141612"/>
            <a:chOff x="0" y="-19051"/>
            <a:chExt cx="11099800" cy="2920271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1"/>
              <a:ext cx="11099800" cy="2920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441472">
                <a:lnSpc>
                  <a:spcPts val="3515"/>
                </a:lnSpc>
                <a:spcAft>
                  <a:spcPts val="852"/>
                </a:spcAft>
              </a:pPr>
              <a:r>
                <a:rPr lang="en-US" sz="2800" b="1" kern="1200" dirty="0">
                  <a:solidFill>
                    <a:srgbClr val="000000"/>
                  </a:solidFill>
                  <a:ea typeface="+mn-ea"/>
                  <a:cs typeface="+mn-cs"/>
                  <a:sym typeface="TT Interphases Bold"/>
                </a:rPr>
                <a:t>Presented By:</a:t>
              </a:r>
            </a:p>
            <a:p>
              <a:pPr defTabSz="441472">
                <a:lnSpc>
                  <a:spcPts val="3515"/>
                </a:lnSpc>
                <a:spcAft>
                  <a:spcPts val="852"/>
                </a:spcAft>
              </a:pPr>
              <a:r>
                <a:rPr lang="en-US" sz="2800" b="1" kern="1200" dirty="0">
                  <a:solidFill>
                    <a:srgbClr val="000000"/>
                  </a:solidFill>
                  <a:cs typeface="Times New Roman" panose="02020603050405020304" pitchFamily="18" charset="0"/>
                  <a:sym typeface="TT Interphases Bold"/>
                </a:rPr>
                <a:t>Farah Naaz, </a:t>
              </a:r>
            </a:p>
            <a:p>
              <a:pPr defTabSz="441472">
                <a:lnSpc>
                  <a:spcPts val="3515"/>
                </a:lnSpc>
                <a:spcAft>
                  <a:spcPts val="852"/>
                </a:spcAft>
              </a:pPr>
              <a:r>
                <a:rPr lang="en-US" sz="2800" b="1" kern="1200" dirty="0">
                  <a:solidFill>
                    <a:srgbClr val="000000"/>
                  </a:solidFill>
                  <a:cs typeface="Times New Roman" panose="02020603050405020304" pitchFamily="18" charset="0"/>
                  <a:sym typeface="TT Interphases Bold"/>
                </a:rPr>
                <a:t>Adedamola Dosunmu, </a:t>
              </a:r>
            </a:p>
            <a:p>
              <a:pPr defTabSz="441472">
                <a:lnSpc>
                  <a:spcPts val="3515"/>
                </a:lnSpc>
                <a:spcAft>
                  <a:spcPts val="852"/>
                </a:spcAft>
              </a:pPr>
              <a:r>
                <a:rPr lang="en-US" sz="2800" b="1" kern="1200" dirty="0">
                  <a:solidFill>
                    <a:srgbClr val="000000"/>
                  </a:solidFill>
                  <a:cs typeface="Times New Roman" panose="02020603050405020304" pitchFamily="18" charset="0"/>
                  <a:sym typeface="TT Interphases Bold"/>
                </a:rPr>
                <a:t>Jahnavi</a:t>
              </a:r>
              <a:r>
                <a:rPr lang="en-US" sz="2800" b="1" dirty="0">
                  <a:solidFill>
                    <a:srgbClr val="000000"/>
                  </a:solidFill>
                  <a:cs typeface="Times New Roman" panose="02020603050405020304" pitchFamily="18" charset="0"/>
                  <a:sym typeface="TT Interphases Bold"/>
                </a:rPr>
                <a:t> </a:t>
              </a:r>
              <a:r>
                <a:rPr lang="en-US" sz="2800" b="1" dirty="0" err="1">
                  <a:solidFill>
                    <a:srgbClr val="000000"/>
                  </a:solidFill>
                  <a:cs typeface="Times New Roman" panose="02020603050405020304" pitchFamily="18" charset="0"/>
                  <a:sym typeface="TT Interphases Bold"/>
                </a:rPr>
                <a:t>Gogineni</a:t>
              </a:r>
              <a:endParaRPr lang="en-US" sz="2800" b="1" dirty="0">
                <a:solidFill>
                  <a:srgbClr val="000000"/>
                </a:solidFill>
                <a:ea typeface="TT Interphases Bold"/>
                <a:cs typeface="Times New Roman" panose="02020603050405020304" pitchFamily="18" charset="0"/>
                <a:sym typeface="TT Interphase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30618" y="482601"/>
            <a:ext cx="7003011" cy="9104883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B6ED0-4EE8-AC73-BF9D-5A949AD3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8659260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6D3BBC-591E-4BD8-2FF9-423ED8B9A5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5901939"/>
              </p:ext>
            </p:extLst>
          </p:nvPr>
        </p:nvGraphicFramePr>
        <p:xfrm>
          <a:off x="7112794" y="959644"/>
          <a:ext cx="10196513" cy="847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1580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D2721-A53D-8E9A-6682-6FCF2A04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8659260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Project Overview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6406C7B-9130-4A9B-BB31-C135883023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57299"/>
              </p:ext>
            </p:extLst>
          </p:nvPr>
        </p:nvGraphicFramePr>
        <p:xfrm>
          <a:off x="7112794" y="959644"/>
          <a:ext cx="10196513" cy="847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877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EB00F-1C4E-65B9-9E19-974BDDD1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8659260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Proposed Solutions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3420D7-701A-E9DB-1021-BA745BADEC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661327"/>
              </p:ext>
            </p:extLst>
          </p:nvPr>
        </p:nvGraphicFramePr>
        <p:xfrm>
          <a:off x="7112794" y="959644"/>
          <a:ext cx="10196513" cy="847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428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508A-0E1F-2A91-CA6B-2F728202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429904"/>
            <a:ext cx="15087600" cy="2176136"/>
          </a:xfrm>
        </p:spPr>
        <p:txBody>
          <a:bodyPr>
            <a:normAutofit/>
          </a:bodyPr>
          <a:lstStyle/>
          <a:p>
            <a:r>
              <a:rPr lang="en-US" b="1" dirty="0"/>
              <a:t>Dataset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FDE3E-DB5B-C08B-BB87-8A71E3DBC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18" y="2768601"/>
            <a:ext cx="9682481" cy="60350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- Data Set contained 20,000 rows and 36 columns.</a:t>
            </a:r>
          </a:p>
          <a:p>
            <a:pPr marL="0" lvl="0" indent="0">
              <a:buNone/>
            </a:pPr>
            <a:r>
              <a:rPr lang="en-US" dirty="0"/>
              <a:t>- Features include demographics (age, education, marital status), Financial metrics (Income, debt, credit score)</a:t>
            </a:r>
          </a:p>
          <a:p>
            <a:pPr marL="0" lvl="0" indent="0">
              <a:buNone/>
            </a:pPr>
            <a:r>
              <a:rPr lang="en-US" dirty="0"/>
              <a:t>- Target Variables: Loan approved, Risk Score.</a:t>
            </a:r>
          </a:p>
          <a:p>
            <a:pPr marL="0" lvl="0" indent="0">
              <a:buNone/>
            </a:pPr>
            <a:r>
              <a:rPr lang="en-US" dirty="0"/>
              <a:t>- Inconsistent Values in “Application Date” which was removed from dataset.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6EA0E8-73E2-4E04-4C9F-08F22F41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604" y="2806701"/>
            <a:ext cx="6180395" cy="539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0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1" cy="95014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B1393-454F-382A-576A-1F031AE5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9227" y="952419"/>
            <a:ext cx="5535386" cy="2176135"/>
          </a:xfrm>
        </p:spPr>
        <p:txBody>
          <a:bodyPr>
            <a:normAutofit/>
          </a:bodyPr>
          <a:lstStyle/>
          <a:p>
            <a:r>
              <a:rPr lang="en-US" b="1"/>
              <a:t>Data Preprocessing</a:t>
            </a:r>
            <a:endParaRPr lang="en-US" dirty="0"/>
          </a:p>
        </p:txBody>
      </p:sp>
      <p:pic>
        <p:nvPicPr>
          <p:cNvPr id="4" name="Picture 3" descr="A graph of numbers and text&#10;&#10;AI-generated content may be incorrect.">
            <a:extLst>
              <a:ext uri="{FF2B5EF4-FFF2-40B4-BE49-F238E27FC236}">
                <a16:creationId xmlns:a16="http://schemas.microsoft.com/office/drawing/2014/main" id="{A622958B-383B-354F-FBA5-334341A0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" y="1835407"/>
            <a:ext cx="11825182" cy="771593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38214" y="3128554"/>
            <a:ext cx="53492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7C4E-B7C4-37FC-0F34-0C06B8D89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9227" y="3298371"/>
            <a:ext cx="5535386" cy="5505270"/>
          </a:xfrm>
        </p:spPr>
        <p:txBody>
          <a:bodyPr>
            <a:normAutofit/>
          </a:bodyPr>
          <a:lstStyle/>
          <a:p>
            <a:r>
              <a:rPr lang="en-US" dirty="0"/>
              <a:t>Missing values – None in dataset</a:t>
            </a:r>
          </a:p>
          <a:p>
            <a:pPr lvl="0"/>
            <a:r>
              <a:rPr lang="en-US" dirty="0"/>
              <a:t>Duplicates - None in dataset</a:t>
            </a:r>
          </a:p>
          <a:p>
            <a:pPr lvl="0"/>
            <a:r>
              <a:rPr lang="en-US" dirty="0"/>
              <a:t>Adjustment for Inflation – considering 2010 as the base year</a:t>
            </a:r>
          </a:p>
          <a:p>
            <a:pPr lvl="0"/>
            <a:r>
              <a:rPr lang="en-US" dirty="0"/>
              <a:t>Detect Outliers – Used boxplots of numerical features to check for outliers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7978" cy="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6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1EBAD-9064-EFBD-7837-8DDAFC4D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315581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Treatment Of Outliers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9F1AC-E8B3-3E5A-D8D1-183268CCA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6413" y="876300"/>
            <a:ext cx="10443031" cy="1371600"/>
          </a:xfrm>
        </p:spPr>
        <p:txBody>
          <a:bodyPr>
            <a:normAutofit/>
          </a:bodyPr>
          <a:lstStyle/>
          <a:p>
            <a:r>
              <a:rPr lang="en-US" sz="2800" b="1" dirty="0" err="1">
                <a:solidFill>
                  <a:schemeClr val="tx1"/>
                </a:solidFill>
              </a:rPr>
              <a:t>Winsorization</a:t>
            </a:r>
            <a:r>
              <a:rPr lang="en-US" sz="2800" dirty="0">
                <a:solidFill>
                  <a:schemeClr val="tx1"/>
                </a:solidFill>
              </a:rPr>
              <a:t> - Annual Income, Loan Amount, Savings Account Balance, Checking Account Balance.</a:t>
            </a:r>
          </a:p>
          <a:p>
            <a:endParaRPr lang="en-US" sz="230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comparison of a green and white graph&#10;&#10;AI-generated content may be incorrect.">
            <a:extLst>
              <a:ext uri="{FF2B5EF4-FFF2-40B4-BE49-F238E27FC236}">
                <a16:creationId xmlns:a16="http://schemas.microsoft.com/office/drawing/2014/main" id="{00CD0D86-BCE4-5055-797E-EB2EEDC45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129" y="2815641"/>
            <a:ext cx="11495597" cy="465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35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9E110-A998-733C-DDAB-F1C0E144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315581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Treatment Of Outliers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EA0E2-B5BF-66D3-EDDD-4E7BFA14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7013" y="1104900"/>
            <a:ext cx="10532431" cy="141479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IQR Capping </a:t>
            </a: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IN" sz="2800" dirty="0">
                <a:solidFill>
                  <a:schemeClr val="tx1"/>
                </a:solidFill>
              </a:rPr>
              <a:t>Monthly Debt Payments, Monthly Income, Monthly Loan Payment.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comparison of a green and a green bar&#10;&#10;AI-generated content may be incorrect.">
            <a:extLst>
              <a:ext uri="{FF2B5EF4-FFF2-40B4-BE49-F238E27FC236}">
                <a16:creationId xmlns:a16="http://schemas.microsoft.com/office/drawing/2014/main" id="{50743E65-4A78-486F-4846-7375A5049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013" y="3314700"/>
            <a:ext cx="10860028" cy="445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157C8-999D-704D-6D57-F051C2AE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315581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Treatment Of Outliers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5BDC5-1C33-F68E-1203-3BFABE70A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399" y="1098064"/>
            <a:ext cx="10539045" cy="137843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Log Transformation </a:t>
            </a: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IN" sz="2800" dirty="0">
                <a:solidFill>
                  <a:schemeClr val="tx1"/>
                </a:solidFill>
              </a:rPr>
              <a:t>Total Assets, Total Liabilities, Net Worth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59EB69C0-22C5-711C-5185-C81103DF0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02" y="3848100"/>
            <a:ext cx="10793975" cy="450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7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2D0DD-9D34-4B7B-73BC-F15FAA2A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8659260"/>
          </a:xfrm>
        </p:spPr>
        <p:txBody>
          <a:bodyPr anchor="ctr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Data Preprocessing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0094379-BAD2-8EFA-DD21-3F44078B5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7165927"/>
              </p:ext>
            </p:extLst>
          </p:nvPr>
        </p:nvGraphicFramePr>
        <p:xfrm>
          <a:off x="7112794" y="959644"/>
          <a:ext cx="10196513" cy="847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779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1" cy="95014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563AD-6CF8-455D-D9E5-E57D9372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366" y="1816762"/>
            <a:ext cx="5102941" cy="55290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7700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Descriptive Statistics Of Numerical Variables</a:t>
            </a:r>
            <a:br>
              <a:rPr lang="en-US" sz="7700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7700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Content Placeholder 1">
            <a:extLst>
              <a:ext uri="{FF2B5EF4-FFF2-40B4-BE49-F238E27FC236}">
                <a16:creationId xmlns:a16="http://schemas.microsoft.com/office/drawing/2014/main" id="{6F06695E-CF87-3FB5-FCC5-CFEE1138B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790" y="1319907"/>
            <a:ext cx="10368326" cy="5682978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13957" y="6515100"/>
            <a:ext cx="4800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7978" cy="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7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1" cy="95014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2C9AD-7EC7-57B8-874C-3CE0768A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4061" y="1646852"/>
            <a:ext cx="5102941" cy="55290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6900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Statistical Description of Categorical Variables</a:t>
            </a:r>
            <a:br>
              <a:rPr lang="en-US" sz="6900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6900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EE951B-7DED-FFF5-21EB-A04EA2F9C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998" y="2154935"/>
            <a:ext cx="9798925" cy="551189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13957" y="6515100"/>
            <a:ext cx="4800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7978" cy="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75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87243A-F810-42AD-AA74-3FA38B1D8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710C0A-057C-4274-BA2D-001F1025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FAE2A0-B30D-40C7-BB2F-AE3D6D5D0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27CA15-1C7B-4C0C-86EE-385C1D6C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568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43915-9209-40AB-8194-9D9125C0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60" y="7429500"/>
            <a:ext cx="1828342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CD395-8C3D-D50A-0B75-120E4130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95" y="7680960"/>
            <a:ext cx="15087600" cy="12344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400" b="1" spc="-50" dirty="0">
                <a:solidFill>
                  <a:srgbClr val="FFFFFF"/>
                </a:solidFill>
              </a:rPr>
              <a:t>Distributions of Numeric Features</a:t>
            </a:r>
            <a:endParaRPr lang="en-US" sz="5400" spc="-50" dirty="0">
              <a:solidFill>
                <a:srgbClr val="FFFFFF"/>
              </a:solidFill>
            </a:endParaRPr>
          </a:p>
        </p:txBody>
      </p:sp>
      <p:pic>
        <p:nvPicPr>
          <p:cNvPr id="6" name="Picture 5" descr="A graph of a loan approval status&#10;&#10;AI-generated content may be incorrect.">
            <a:extLst>
              <a:ext uri="{FF2B5EF4-FFF2-40B4-BE49-F238E27FC236}">
                <a16:creationId xmlns:a16="http://schemas.microsoft.com/office/drawing/2014/main" id="{91A88A4C-9228-E5E2-17CA-A7C2EFBD8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87" y="2023527"/>
            <a:ext cx="4969176" cy="32772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A54198A-4950-48AB-BDD3-16D7F9084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7829" y="1330452"/>
            <a:ext cx="96012" cy="4663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person with a line&#10;&#10;AI-generated content may be incorrect.">
            <a:extLst>
              <a:ext uri="{FF2B5EF4-FFF2-40B4-BE49-F238E27FC236}">
                <a16:creationId xmlns:a16="http://schemas.microsoft.com/office/drawing/2014/main" id="{511EE1EB-9D1C-83B1-5B74-A72649407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49308" y="2067497"/>
            <a:ext cx="4969177" cy="31893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0F05B05-D1D0-4D96-A6C6-E0095E789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33953" y="1330452"/>
            <a:ext cx="96012" cy="4663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income from loan approval&#10;&#10;AI-generated content may be incorrect.">
            <a:extLst>
              <a:ext uri="{FF2B5EF4-FFF2-40B4-BE49-F238E27FC236}">
                <a16:creationId xmlns:a16="http://schemas.microsoft.com/office/drawing/2014/main" id="{BA0C8231-0B58-9AAE-208F-106910E8D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5433" y="2057667"/>
            <a:ext cx="4969176" cy="320901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561554E-8EEC-420C-93A0-4E77A8A0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0" y="7359264"/>
            <a:ext cx="1828342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46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87243A-F810-42AD-AA74-3FA38B1D8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710C0A-057C-4274-BA2D-001F1025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FAE2A0-B30D-40C7-BB2F-AE3D6D5D0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27CA15-1C7B-4C0C-86EE-385C1D6C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568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43915-9209-40AB-8194-9D9125C0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60" y="7429500"/>
            <a:ext cx="1828342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6C2E66-810C-DBCD-2AB2-32B10347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95" y="7680960"/>
            <a:ext cx="15087600" cy="12344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400" b="1" spc="-50" dirty="0">
                <a:solidFill>
                  <a:srgbClr val="FFFFFF"/>
                </a:solidFill>
              </a:rPr>
              <a:t>Distributions Of Numeric Features</a:t>
            </a:r>
            <a:endParaRPr lang="en-US" sz="5400" spc="-50" dirty="0">
              <a:solidFill>
                <a:srgbClr val="FFFFFF"/>
              </a:solidFill>
            </a:endParaRPr>
          </a:p>
        </p:txBody>
      </p:sp>
      <p:pic>
        <p:nvPicPr>
          <p:cNvPr id="6" name="Picture 5" descr="A graph of a graph of assets&#10;&#10;AI-generated content may be incorrect.">
            <a:extLst>
              <a:ext uri="{FF2B5EF4-FFF2-40B4-BE49-F238E27FC236}">
                <a16:creationId xmlns:a16="http://schemas.microsoft.com/office/drawing/2014/main" id="{08929A39-CC78-4F4F-A07D-2E2FD4BA7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87" y="2050220"/>
            <a:ext cx="4969176" cy="322390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A54198A-4950-48AB-BDD3-16D7F9084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7829" y="1330452"/>
            <a:ext cx="96012" cy="4663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loan approval status&#10;&#10;AI-generated content may be incorrect.">
            <a:extLst>
              <a:ext uri="{FF2B5EF4-FFF2-40B4-BE49-F238E27FC236}">
                <a16:creationId xmlns:a16="http://schemas.microsoft.com/office/drawing/2014/main" id="{4D1BBDB0-AE6B-4B23-1A93-4C14B86D8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49308" y="2120014"/>
            <a:ext cx="4969177" cy="308431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0F05B05-D1D0-4D96-A6C6-E0095E789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33953" y="1330452"/>
            <a:ext cx="96012" cy="4663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credit score&#10;&#10;AI-generated content may be incorrect.">
            <a:extLst>
              <a:ext uri="{FF2B5EF4-FFF2-40B4-BE49-F238E27FC236}">
                <a16:creationId xmlns:a16="http://schemas.microsoft.com/office/drawing/2014/main" id="{05456FCD-1418-95AC-DD5A-BA9D3D1FF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5433" y="2058044"/>
            <a:ext cx="4969176" cy="320825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561554E-8EEC-420C-93A0-4E77A8A0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0" y="7359264"/>
            <a:ext cx="1828342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15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1" cy="95014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9F103-5FCB-F4E3-2B2E-9A37BBCF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1665" y="958645"/>
            <a:ext cx="5102941" cy="55290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7700" b="1" spc="-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Distributions of Categorical Features</a:t>
            </a:r>
            <a:endParaRPr lang="en-US" sz="7700" spc="-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Content Placeholder 3" descr="A group of blue and white bars&#10;&#10;AI-generated content may be incorrect.">
            <a:extLst>
              <a:ext uri="{FF2B5EF4-FFF2-40B4-BE49-F238E27FC236}">
                <a16:creationId xmlns:a16="http://schemas.microsoft.com/office/drawing/2014/main" id="{0A2B686A-E2C4-DC66-381F-34426AB5C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998" y="1847606"/>
            <a:ext cx="10368326" cy="580626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13957" y="6515100"/>
            <a:ext cx="4800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7978" cy="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47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90" y="395094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017A55-1831-415C-1DB1-3252B79DE8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2" r="-1" b="-1"/>
          <a:stretch>
            <a:fillRect/>
          </a:stretch>
        </p:blipFill>
        <p:spPr>
          <a:xfrm>
            <a:off x="533400" y="9"/>
            <a:ext cx="17746072" cy="1028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59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C4F7E42D-8B5A-4FC8-81CD-9E60171F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9BA86-91E3-F834-D089-B45D3E04A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776"/>
            <a:ext cx="4627266" cy="4063448"/>
          </a:xfrm>
        </p:spPr>
        <p:txBody>
          <a:bodyPr vert="horz" lIns="91440" tIns="45720" rIns="91440" bIns="45720" rtlCol="0">
            <a:noAutofit/>
          </a:bodyPr>
          <a:lstStyle/>
          <a:p>
            <a:pPr algn="just" defTabSz="914400"/>
            <a:r>
              <a:rPr lang="en-US" b="1" i="1" spc="-50" dirty="0">
                <a:solidFill>
                  <a:srgbClr val="FFFFFF"/>
                </a:solidFill>
              </a:rPr>
              <a:t>Correlation Matrix After Dropping Highly Correlated </a:t>
            </a:r>
            <a:r>
              <a:rPr lang="en-US" b="1" i="1" spc="-50" dirty="0" err="1">
                <a:solidFill>
                  <a:srgbClr val="FFFFFF"/>
                </a:solidFill>
              </a:rPr>
              <a:t>Cariables</a:t>
            </a:r>
            <a:endParaRPr lang="en-US" b="1" i="1" spc="-50" dirty="0">
              <a:solidFill>
                <a:srgbClr val="FFFFFF"/>
              </a:solidFill>
            </a:endParaRPr>
          </a:p>
        </p:txBody>
      </p:sp>
      <p:pic>
        <p:nvPicPr>
          <p:cNvPr id="1026" name="Picture 2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A2CF812F-DD54-4489-5B18-A425B2C6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" r="-1" b="-1"/>
          <a:stretch>
            <a:fillRect/>
          </a:stretch>
        </p:blipFill>
        <p:spPr bwMode="auto">
          <a:xfrm>
            <a:off x="6112564" y="10"/>
            <a:ext cx="12166908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C04651D-B9F4-4935-A02D-364153FBD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086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F87243A-F810-42AD-AA74-3FA38B1D8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710C0A-057C-4274-BA2D-001F1025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FAE2A0-B30D-40C7-BB2F-AE3D6D5D0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527CA15-1C7B-4C0C-86EE-385C1D6C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568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643915-9209-40AB-8194-9D9125C0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60" y="7429500"/>
            <a:ext cx="1828342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E1A89-DE90-E586-EBC2-CD67AAF5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95" y="7680960"/>
            <a:ext cx="15087600" cy="12344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400" b="1" spc="-50" dirty="0">
                <a:solidFill>
                  <a:srgbClr val="FFFFFF"/>
                </a:solidFill>
              </a:rPr>
              <a:t>Key Relationships From EDA</a:t>
            </a:r>
            <a:endParaRPr lang="en-US" sz="5400" spc="-50" dirty="0">
              <a:solidFill>
                <a:srgbClr val="FFFFFF"/>
              </a:solidFill>
            </a:endParaRPr>
          </a:p>
        </p:txBody>
      </p:sp>
      <p:pic>
        <p:nvPicPr>
          <p:cNvPr id="5" name="Picture 4" descr="A graph showing a number of small dots&#10;&#10;AI-generated content may be incorrect.">
            <a:extLst>
              <a:ext uri="{FF2B5EF4-FFF2-40B4-BE49-F238E27FC236}">
                <a16:creationId xmlns:a16="http://schemas.microsoft.com/office/drawing/2014/main" id="{A4779FAD-E206-DDEA-A077-3AB2CAD6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87" y="1798731"/>
            <a:ext cx="4969176" cy="3726882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A54198A-4950-48AB-BDD3-16D7F9084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7829" y="1330452"/>
            <a:ext cx="96012" cy="4663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showing a diagram of a loan&#10;&#10;AI-generated content may be incorrect.">
            <a:extLst>
              <a:ext uri="{FF2B5EF4-FFF2-40B4-BE49-F238E27FC236}">
                <a16:creationId xmlns:a16="http://schemas.microsoft.com/office/drawing/2014/main" id="{55220314-3DBD-128E-BBB1-FBE00A756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308" y="1941594"/>
            <a:ext cx="4969177" cy="344115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0F05B05-D1D0-4D96-A6C6-E0095E789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33953" y="1330452"/>
            <a:ext cx="96012" cy="4663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a number of dots&#10;&#10;AI-generated content may be incorrect.">
            <a:extLst>
              <a:ext uri="{FF2B5EF4-FFF2-40B4-BE49-F238E27FC236}">
                <a16:creationId xmlns:a16="http://schemas.microsoft.com/office/drawing/2014/main" id="{A237107A-409D-FBD7-ED88-90E1B8999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345433" y="1836000"/>
            <a:ext cx="4969176" cy="3652344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6561554E-8EEC-420C-93A0-4E77A8A0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0" y="7359264"/>
            <a:ext cx="1828342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48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7A86C-D16A-A94D-02DC-8D9CC5E2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8659260"/>
          </a:xfrm>
        </p:spPr>
        <p:txBody>
          <a:bodyPr anchor="ctr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Summary and Implications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E4E99BA-689D-68EF-5D1B-93854A94F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666913"/>
              </p:ext>
            </p:extLst>
          </p:nvPr>
        </p:nvGraphicFramePr>
        <p:xfrm>
          <a:off x="7112794" y="959644"/>
          <a:ext cx="10196513" cy="847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8452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79472" cy="10287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" y="0"/>
            <a:ext cx="6076186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8B445-3856-3F89-7229-2FD8C52AF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5" y="775252"/>
            <a:ext cx="4627266" cy="8659260"/>
          </a:xfrm>
        </p:spPr>
        <p:txBody>
          <a:bodyPr anchor="ctr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Next Steps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0106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466A7B-608D-DDE6-D62E-4376DB19D4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0113334"/>
              </p:ext>
            </p:extLst>
          </p:nvPr>
        </p:nvGraphicFramePr>
        <p:xfrm>
          <a:off x="7112794" y="959644"/>
          <a:ext cx="10196513" cy="847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0378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1" cy="95014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E0C24-D357-013B-A007-37A36EB7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7527" y="952419"/>
            <a:ext cx="7690757" cy="2176135"/>
          </a:xfrm>
        </p:spPr>
        <p:txBody>
          <a:bodyPr>
            <a:normAutofit/>
          </a:bodyPr>
          <a:lstStyle/>
          <a:p>
            <a:r>
              <a:rPr lang="en-US" b="1"/>
              <a:t>Anticipated Challenges</a:t>
            </a:r>
            <a:endParaRPr lang="en-US" dirty="0"/>
          </a:p>
        </p:txBody>
      </p:sp>
      <p:pic>
        <p:nvPicPr>
          <p:cNvPr id="5" name="Graphic 4" descr="Statistics">
            <a:extLst>
              <a:ext uri="{FF2B5EF4-FFF2-40B4-BE49-F238E27FC236}">
                <a16:creationId xmlns:a16="http://schemas.microsoft.com/office/drawing/2014/main" id="{C5395BD5-302F-AFC5-D27B-169F49CC6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98" y="967659"/>
            <a:ext cx="7871620" cy="787162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17526" y="3129282"/>
            <a:ext cx="71232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5CED-8C48-05A9-7C68-FDFD96CF7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7526" y="3298371"/>
            <a:ext cx="7690758" cy="5505270"/>
          </a:xfrm>
        </p:spPr>
        <p:txBody>
          <a:bodyPr>
            <a:normAutofit/>
          </a:bodyPr>
          <a:lstStyle/>
          <a:p>
            <a:r>
              <a:rPr lang="en-US"/>
              <a:t>Synthetic data might pose a challenge in the performance of the model in real business scenarios.</a:t>
            </a:r>
          </a:p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" y="9501474"/>
            <a:ext cx="18287978" cy="99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30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508E-CF8F-496C-BB11-4A503F00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E0B80-DB0D-DFC4-CD9D-6D1150757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Han, J., Pei, J., &amp; Kamber, M. (2011). Data Mining: Concepts and Techniques. Elsevier.</a:t>
            </a:r>
          </a:p>
          <a:p>
            <a:endParaRPr lang="en-US" b="1" i="1" dirty="0"/>
          </a:p>
          <a:p>
            <a:r>
              <a:rPr lang="en-US" b="1" i="1" dirty="0"/>
              <a:t>Kuhn, M., &amp; Johnson, K. (2013). Applied Predictive Modeling. Springer.</a:t>
            </a:r>
          </a:p>
          <a:p>
            <a:endParaRPr lang="en-US" b="1" i="1" dirty="0"/>
          </a:p>
          <a:p>
            <a:r>
              <a:rPr lang="en-US" b="1" i="1" dirty="0"/>
              <a:t>James, G., Witten, D., Hastie, T., &amp; </a:t>
            </a:r>
            <a:r>
              <a:rPr lang="en-US" b="1" i="1" dirty="0" err="1"/>
              <a:t>Tibshirani</a:t>
            </a:r>
            <a:r>
              <a:rPr lang="en-US" b="1" i="1" dirty="0"/>
              <a:t>, R. (2021). An Introduction to Statistical Learning: with Applications in R and Python (2nd ed.). Springer.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7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5200" y="1656356"/>
            <a:ext cx="16357599" cy="6193025"/>
            <a:chOff x="0" y="200025"/>
            <a:chExt cx="13017500" cy="4928456"/>
          </a:xfrm>
        </p:grpSpPr>
        <p:sp>
          <p:nvSpPr>
            <p:cNvPr id="3" name="TextBox 3"/>
            <p:cNvSpPr txBox="1"/>
            <p:nvPr/>
          </p:nvSpPr>
          <p:spPr>
            <a:xfrm>
              <a:off x="0" y="3048221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763524">
                <a:lnSpc>
                  <a:spcPts val="5210"/>
                </a:lnSpc>
                <a:spcAft>
                  <a:spcPts val="600"/>
                </a:spcAft>
              </a:pPr>
              <a:r>
                <a:rPr lang="en-US" sz="4008" kern="1200" spc="-80">
                  <a:solidFill>
                    <a:srgbClr val="000000"/>
                  </a:solidFill>
                  <a:latin typeface="TT Interphases"/>
                  <a:ea typeface="+mn-ea"/>
                  <a:cs typeface="+mn-cs"/>
                  <a:sym typeface="TT Interphases"/>
                </a:rPr>
                <a:t>This presentation explored the loan approval project, emphasizing the significance of data preprocessing, exploratory analysis, and model building for effective credit risk evaluation. Questions are welcome.</a:t>
              </a:r>
              <a:endParaRPr lang="en-US" sz="2400" u="none" strike="noStrike" spc="-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00025"/>
              <a:ext cx="13017500" cy="1827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763524">
                <a:lnSpc>
                  <a:spcPts val="16698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16698" kern="1200" spc="-332">
                  <a:solidFill>
                    <a:srgbClr val="000000"/>
                  </a:solidFill>
                  <a:latin typeface="Cooper BT Light"/>
                  <a:ea typeface="+mn-ea"/>
                  <a:cs typeface="+mn-cs"/>
                  <a:sym typeface="Cooper BT Light"/>
                </a:rPr>
                <a:t>Thank You</a:t>
              </a:r>
              <a:endParaRPr lang="en-US" sz="9999" u="none" strike="noStrike" spc="-1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444</TotalTime>
  <Words>660</Words>
  <Application>Microsoft Office PowerPoint</Application>
  <PresentationFormat>Custom</PresentationFormat>
  <Paragraphs>80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Cooper BT Light</vt:lpstr>
      <vt:lpstr>Calibri Light</vt:lpstr>
      <vt:lpstr>TT Interphases</vt:lpstr>
      <vt:lpstr>TT Interphases Bold</vt:lpstr>
      <vt:lpstr>Times New Roman</vt:lpstr>
      <vt:lpstr>Calibri</vt:lpstr>
      <vt:lpstr>Aptos</vt:lpstr>
      <vt:lpstr>Retrospect</vt:lpstr>
      <vt:lpstr>PowerPoint Presentation</vt:lpstr>
      <vt:lpstr>Agenda</vt:lpstr>
      <vt:lpstr>Project Overview</vt:lpstr>
      <vt:lpstr>Proposed Solutions</vt:lpstr>
      <vt:lpstr>Dataset Description</vt:lpstr>
      <vt:lpstr>Data Preprocessing</vt:lpstr>
      <vt:lpstr>Treatment Of Outliers</vt:lpstr>
      <vt:lpstr>Treatment Of Outliers</vt:lpstr>
      <vt:lpstr>Treatment Of Outliers</vt:lpstr>
      <vt:lpstr>Data Preprocessing</vt:lpstr>
      <vt:lpstr>Descriptive Statistics Of Numerical Variables </vt:lpstr>
      <vt:lpstr>Statistical Description of Categorical Variables </vt:lpstr>
      <vt:lpstr>Distributions of Numeric Features</vt:lpstr>
      <vt:lpstr>Distributions Of Numeric Features</vt:lpstr>
      <vt:lpstr>Distributions of Categorical Features</vt:lpstr>
      <vt:lpstr>PowerPoint Presentation</vt:lpstr>
      <vt:lpstr>Correlation Matrix After Dropping Highly Correlated Cariables</vt:lpstr>
      <vt:lpstr>Key Relationships From EDA</vt:lpstr>
      <vt:lpstr>Summary and Implications</vt:lpstr>
      <vt:lpstr>Next Steps</vt:lpstr>
      <vt:lpstr>Anticipated Challenges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Loan Approval Project</dc:title>
  <dc:description>Presentation - Loan Approval Project</dc:description>
  <cp:lastModifiedBy>Naaz, Farah</cp:lastModifiedBy>
  <cp:revision>11</cp:revision>
  <dcterms:created xsi:type="dcterms:W3CDTF">2006-08-16T00:00:00Z</dcterms:created>
  <dcterms:modified xsi:type="dcterms:W3CDTF">2025-10-23T20:46:04Z</dcterms:modified>
  <dc:identifier>DAG2kTlmn7Y</dc:identifier>
</cp:coreProperties>
</file>